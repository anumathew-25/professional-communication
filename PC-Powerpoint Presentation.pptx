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50" r:id="rId2"/>
  </p:sldMasterIdLst>
  <p:sldIdLst>
    <p:sldId id="257" r:id="rId3"/>
    <p:sldId id="258" r:id="rId4"/>
    <p:sldId id="259" r:id="rId5"/>
    <p:sldId id="260" r:id="rId6"/>
    <p:sldId id="272" r:id="rId7"/>
    <p:sldId id="262" r:id="rId8"/>
    <p:sldId id="263" r:id="rId9"/>
    <p:sldId id="264" r:id="rId10"/>
    <p:sldId id="265" r:id="rId11"/>
    <p:sldId id="266" r:id="rId12"/>
    <p:sldId id="271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C3566A-A272-480F-AAE5-293B92541082}" v="464" dt="2021-05-28T11:43:20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AF9DE5-41D9-48A0-8F88-EA0CD8B8169F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38DAE23-7E5A-471D-B97A-8285BA6FFBD7}">
      <dgm:prSet/>
      <dgm:spPr/>
      <dgm:t>
        <a:bodyPr/>
        <a:lstStyle/>
        <a:p>
          <a:r>
            <a:rPr lang="en-GB">
              <a:latin typeface="Sagona Book"/>
            </a:rPr>
            <a:t>Healing from a distance.</a:t>
          </a:r>
          <a:endParaRPr lang="en-US">
            <a:latin typeface="Sagona Book"/>
          </a:endParaRPr>
        </a:p>
      </dgm:t>
    </dgm:pt>
    <dgm:pt modelId="{A2F4C227-17DB-4DA1-BDB7-6B2EC993EDC4}" type="parTrans" cxnId="{26CE6381-E78A-45A3-A8EB-6AE3A7D71D90}">
      <dgm:prSet/>
      <dgm:spPr/>
      <dgm:t>
        <a:bodyPr/>
        <a:lstStyle/>
        <a:p>
          <a:endParaRPr lang="en-US"/>
        </a:p>
      </dgm:t>
    </dgm:pt>
    <dgm:pt modelId="{8F4F55F3-5EA6-4F2C-9F1B-3B108150785E}" type="sibTrans" cxnId="{26CE6381-E78A-45A3-A8EB-6AE3A7D71D90}">
      <dgm:prSet/>
      <dgm:spPr/>
      <dgm:t>
        <a:bodyPr/>
        <a:lstStyle/>
        <a:p>
          <a:endParaRPr lang="en-US"/>
        </a:p>
      </dgm:t>
    </dgm:pt>
    <dgm:pt modelId="{F1AEC04B-CC0C-456D-86AB-AB67564A3CA2}">
      <dgm:prSet/>
      <dgm:spPr/>
      <dgm:t>
        <a:bodyPr/>
        <a:lstStyle/>
        <a:p>
          <a:r>
            <a:rPr lang="en-GB"/>
            <a:t>Real- time </a:t>
          </a:r>
          <a:r>
            <a:rPr lang="en-GB">
              <a:latin typeface="Sagona Book"/>
            </a:rPr>
            <a:t>video</a:t>
          </a:r>
          <a:r>
            <a:rPr lang="en-GB"/>
            <a:t> communication.</a:t>
          </a:r>
          <a:endParaRPr lang="en-US"/>
        </a:p>
      </dgm:t>
    </dgm:pt>
    <dgm:pt modelId="{385A61DD-BAE7-4295-8703-FC46E410CF05}" type="parTrans" cxnId="{BEF118DD-9A63-487C-B3C0-8E2A159FAA5D}">
      <dgm:prSet/>
      <dgm:spPr/>
      <dgm:t>
        <a:bodyPr/>
        <a:lstStyle/>
        <a:p>
          <a:endParaRPr lang="en-US"/>
        </a:p>
      </dgm:t>
    </dgm:pt>
    <dgm:pt modelId="{739C66C0-93D4-404E-9D92-85D1B0C958A6}" type="sibTrans" cxnId="{BEF118DD-9A63-487C-B3C0-8E2A159FAA5D}">
      <dgm:prSet/>
      <dgm:spPr/>
      <dgm:t>
        <a:bodyPr/>
        <a:lstStyle/>
        <a:p>
          <a:endParaRPr lang="en-US"/>
        </a:p>
      </dgm:t>
    </dgm:pt>
    <dgm:pt modelId="{31708436-87D3-4F50-A21C-9BEA9C2A9342}">
      <dgm:prSet/>
      <dgm:spPr/>
      <dgm:t>
        <a:bodyPr/>
        <a:lstStyle/>
        <a:p>
          <a:r>
            <a:rPr lang="en-GB"/>
            <a:t>Reduce the extra strain to travel</a:t>
          </a:r>
          <a:endParaRPr lang="en-US"/>
        </a:p>
      </dgm:t>
    </dgm:pt>
    <dgm:pt modelId="{A08AFB03-5685-441A-8648-F45BF5D2FCF9}" type="parTrans" cxnId="{32055852-C85F-41E2-871D-7F3708B0B87D}">
      <dgm:prSet/>
      <dgm:spPr/>
      <dgm:t>
        <a:bodyPr/>
        <a:lstStyle/>
        <a:p>
          <a:endParaRPr lang="en-US"/>
        </a:p>
      </dgm:t>
    </dgm:pt>
    <dgm:pt modelId="{7AC29F85-C21A-4F92-83F5-465105B19FE8}" type="sibTrans" cxnId="{32055852-C85F-41E2-871D-7F3708B0B87D}">
      <dgm:prSet/>
      <dgm:spPr/>
      <dgm:t>
        <a:bodyPr/>
        <a:lstStyle/>
        <a:p>
          <a:endParaRPr lang="en-US"/>
        </a:p>
      </dgm:t>
    </dgm:pt>
    <dgm:pt modelId="{D7170BE2-463D-4FD0-A423-B6829676AC77}">
      <dgm:prSet/>
      <dgm:spPr/>
      <dgm:t>
        <a:bodyPr/>
        <a:lstStyle/>
        <a:p>
          <a:r>
            <a:rPr lang="en-GB"/>
            <a:t>Reduce cost of treatment</a:t>
          </a:r>
          <a:endParaRPr lang="en-US"/>
        </a:p>
      </dgm:t>
    </dgm:pt>
    <dgm:pt modelId="{D02A0D0C-4AD4-4A2F-8FE2-505F9BD50EC3}" type="parTrans" cxnId="{D9FDC162-C23A-4803-A558-1564E0301BFE}">
      <dgm:prSet/>
      <dgm:spPr/>
      <dgm:t>
        <a:bodyPr/>
        <a:lstStyle/>
        <a:p>
          <a:endParaRPr lang="en-US"/>
        </a:p>
      </dgm:t>
    </dgm:pt>
    <dgm:pt modelId="{25999D2C-0F13-4661-84A8-B8054F84171D}" type="sibTrans" cxnId="{D9FDC162-C23A-4803-A558-1564E0301BFE}">
      <dgm:prSet/>
      <dgm:spPr/>
      <dgm:t>
        <a:bodyPr/>
        <a:lstStyle/>
        <a:p>
          <a:endParaRPr lang="en-US"/>
        </a:p>
      </dgm:t>
    </dgm:pt>
    <dgm:pt modelId="{DAB8ADE8-177C-4FBE-A6C6-7F98FE2A4864}">
      <dgm:prSet phldr="0"/>
      <dgm:spPr/>
      <dgm:t>
        <a:bodyPr/>
        <a:lstStyle/>
        <a:p>
          <a:r>
            <a:rPr lang="en-GB">
              <a:latin typeface="Sagona Book"/>
            </a:rPr>
            <a:t>Remote patient monitoring</a:t>
          </a:r>
        </a:p>
      </dgm:t>
    </dgm:pt>
    <dgm:pt modelId="{D5218A95-D42D-4A09-BE96-A70E40718F83}" type="parTrans" cxnId="{EC9A5AB6-EE5A-457B-AE68-2126B8D16417}">
      <dgm:prSet/>
      <dgm:spPr/>
    </dgm:pt>
    <dgm:pt modelId="{9AE44298-CBC9-4CDB-9D21-A571429A2486}" type="sibTrans" cxnId="{EC9A5AB6-EE5A-457B-AE68-2126B8D16417}">
      <dgm:prSet/>
      <dgm:spPr/>
      <dgm:t>
        <a:bodyPr/>
        <a:lstStyle/>
        <a:p>
          <a:endParaRPr lang="en-GB"/>
        </a:p>
      </dgm:t>
    </dgm:pt>
    <dgm:pt modelId="{BC63ED13-5117-4858-997E-8142835F53BD}">
      <dgm:prSet phldr="0"/>
      <dgm:spPr/>
      <dgm:t>
        <a:bodyPr/>
        <a:lstStyle/>
        <a:p>
          <a:r>
            <a:rPr lang="en-GB">
              <a:latin typeface="Sagona Book"/>
            </a:rPr>
            <a:t>Consist</a:t>
          </a:r>
          <a:r>
            <a:rPr lang="en-GB"/>
            <a:t> of  telemedicine platform , telemedicine software and communication media</a:t>
          </a:r>
          <a:endParaRPr lang="en-US"/>
        </a:p>
      </dgm:t>
    </dgm:pt>
    <dgm:pt modelId="{959D65B9-C0AE-4422-A629-205E4CA5D0A4}" type="parTrans" cxnId="{6573045D-5DBC-47E3-B3AB-0A9D5A6E9A19}">
      <dgm:prSet/>
      <dgm:spPr/>
    </dgm:pt>
    <dgm:pt modelId="{158E7061-4EA4-4042-A8E3-7C05E8F37A67}" type="sibTrans" cxnId="{6573045D-5DBC-47E3-B3AB-0A9D5A6E9A19}">
      <dgm:prSet/>
      <dgm:spPr/>
      <dgm:t>
        <a:bodyPr/>
        <a:lstStyle/>
        <a:p>
          <a:endParaRPr lang="en-GB"/>
        </a:p>
      </dgm:t>
    </dgm:pt>
    <dgm:pt modelId="{DE50D1B1-E566-404B-BC52-2A4051FBC8CC}">
      <dgm:prSet phldr="0"/>
      <dgm:spPr/>
      <dgm:t>
        <a:bodyPr/>
        <a:lstStyle/>
        <a:p>
          <a:r>
            <a:rPr lang="en-GB">
              <a:latin typeface="Sagona Book"/>
            </a:rPr>
            <a:t>Store and forward</a:t>
          </a:r>
        </a:p>
      </dgm:t>
    </dgm:pt>
    <dgm:pt modelId="{D0B7EB57-2C79-4CF4-B906-E08158DF34C1}" type="parTrans" cxnId="{B0BBBFC1-8900-4F88-ADB2-80006D2BAA3C}">
      <dgm:prSet/>
      <dgm:spPr/>
    </dgm:pt>
    <dgm:pt modelId="{5025283C-1DFC-43C0-B407-E10FD147AEDA}" type="sibTrans" cxnId="{B0BBBFC1-8900-4F88-ADB2-80006D2BAA3C}">
      <dgm:prSet/>
      <dgm:spPr/>
      <dgm:t>
        <a:bodyPr/>
        <a:lstStyle/>
        <a:p>
          <a:endParaRPr lang="en-US"/>
        </a:p>
      </dgm:t>
    </dgm:pt>
    <dgm:pt modelId="{8B2A91E0-B467-4B3A-9A3D-103A23884153}" type="pres">
      <dgm:prSet presAssocID="{7BAF9DE5-41D9-48A0-8F88-EA0CD8B8169F}" presName="vert0" presStyleCnt="0">
        <dgm:presLayoutVars>
          <dgm:dir/>
          <dgm:animOne val="branch"/>
          <dgm:animLvl val="lvl"/>
        </dgm:presLayoutVars>
      </dgm:prSet>
      <dgm:spPr/>
    </dgm:pt>
    <dgm:pt modelId="{2DA787DD-E1A1-47E5-8AC9-A07E80D18657}" type="pres">
      <dgm:prSet presAssocID="{B38DAE23-7E5A-471D-B97A-8285BA6FFBD7}" presName="thickLine" presStyleLbl="alignNode1" presStyleIdx="0" presStyleCnt="7"/>
      <dgm:spPr/>
    </dgm:pt>
    <dgm:pt modelId="{6574C256-6B3B-4FD7-9973-2758FF1F587D}" type="pres">
      <dgm:prSet presAssocID="{B38DAE23-7E5A-471D-B97A-8285BA6FFBD7}" presName="horz1" presStyleCnt="0"/>
      <dgm:spPr/>
    </dgm:pt>
    <dgm:pt modelId="{736FC00C-4CA1-41D0-A4F1-1A017A815FDF}" type="pres">
      <dgm:prSet presAssocID="{B38DAE23-7E5A-471D-B97A-8285BA6FFBD7}" presName="tx1" presStyleLbl="revTx" presStyleIdx="0" presStyleCnt="7"/>
      <dgm:spPr/>
    </dgm:pt>
    <dgm:pt modelId="{EEC4E7B2-2D68-47A2-B73A-A031674936A3}" type="pres">
      <dgm:prSet presAssocID="{B38DAE23-7E5A-471D-B97A-8285BA6FFBD7}" presName="vert1" presStyleCnt="0"/>
      <dgm:spPr/>
    </dgm:pt>
    <dgm:pt modelId="{56BAF160-8185-4BEE-A195-D11B10156058}" type="pres">
      <dgm:prSet presAssocID="{BC63ED13-5117-4858-997E-8142835F53BD}" presName="thickLine" presStyleLbl="alignNode1" presStyleIdx="1" presStyleCnt="7"/>
      <dgm:spPr/>
    </dgm:pt>
    <dgm:pt modelId="{6D4F17F1-0FF5-4A27-893C-4E1C55862BC6}" type="pres">
      <dgm:prSet presAssocID="{BC63ED13-5117-4858-997E-8142835F53BD}" presName="horz1" presStyleCnt="0"/>
      <dgm:spPr/>
    </dgm:pt>
    <dgm:pt modelId="{11DAB471-8977-4286-A903-21FE5F5B9630}" type="pres">
      <dgm:prSet presAssocID="{BC63ED13-5117-4858-997E-8142835F53BD}" presName="tx1" presStyleLbl="revTx" presStyleIdx="1" presStyleCnt="7"/>
      <dgm:spPr/>
    </dgm:pt>
    <dgm:pt modelId="{60967428-22D8-41D8-A37D-1C3AE4DA8987}" type="pres">
      <dgm:prSet presAssocID="{BC63ED13-5117-4858-997E-8142835F53BD}" presName="vert1" presStyleCnt="0"/>
      <dgm:spPr/>
    </dgm:pt>
    <dgm:pt modelId="{8287D0F8-D4BC-437B-8F53-DB4024A9AB5D}" type="pres">
      <dgm:prSet presAssocID="{F1AEC04B-CC0C-456D-86AB-AB67564A3CA2}" presName="thickLine" presStyleLbl="alignNode1" presStyleIdx="2" presStyleCnt="7"/>
      <dgm:spPr/>
    </dgm:pt>
    <dgm:pt modelId="{1D46D801-CCBE-4524-9644-E2FFEAE5B283}" type="pres">
      <dgm:prSet presAssocID="{F1AEC04B-CC0C-456D-86AB-AB67564A3CA2}" presName="horz1" presStyleCnt="0"/>
      <dgm:spPr/>
    </dgm:pt>
    <dgm:pt modelId="{DC048778-B20E-4FE0-A7BC-7021EC3E4C07}" type="pres">
      <dgm:prSet presAssocID="{F1AEC04B-CC0C-456D-86AB-AB67564A3CA2}" presName="tx1" presStyleLbl="revTx" presStyleIdx="2" presStyleCnt="7"/>
      <dgm:spPr/>
    </dgm:pt>
    <dgm:pt modelId="{6690A685-4D7C-42D1-95E3-4D09DEA57AC3}" type="pres">
      <dgm:prSet presAssocID="{F1AEC04B-CC0C-456D-86AB-AB67564A3CA2}" presName="vert1" presStyleCnt="0"/>
      <dgm:spPr/>
    </dgm:pt>
    <dgm:pt modelId="{284032A3-A9BF-408E-B89E-E44A546A614C}" type="pres">
      <dgm:prSet presAssocID="{31708436-87D3-4F50-A21C-9BEA9C2A9342}" presName="thickLine" presStyleLbl="alignNode1" presStyleIdx="3" presStyleCnt="7"/>
      <dgm:spPr/>
    </dgm:pt>
    <dgm:pt modelId="{BF589BB6-2088-44A7-83E3-C9918BF067F0}" type="pres">
      <dgm:prSet presAssocID="{31708436-87D3-4F50-A21C-9BEA9C2A9342}" presName="horz1" presStyleCnt="0"/>
      <dgm:spPr/>
    </dgm:pt>
    <dgm:pt modelId="{62B27FD9-2A13-401E-A453-4EA65425984F}" type="pres">
      <dgm:prSet presAssocID="{31708436-87D3-4F50-A21C-9BEA9C2A9342}" presName="tx1" presStyleLbl="revTx" presStyleIdx="3" presStyleCnt="7"/>
      <dgm:spPr/>
    </dgm:pt>
    <dgm:pt modelId="{3A62A81A-82F5-4C81-B249-66EBB9A8A63F}" type="pres">
      <dgm:prSet presAssocID="{31708436-87D3-4F50-A21C-9BEA9C2A9342}" presName="vert1" presStyleCnt="0"/>
      <dgm:spPr/>
    </dgm:pt>
    <dgm:pt modelId="{0C0C5AA7-2AE9-4455-AD8A-A3B15CB0FF38}" type="pres">
      <dgm:prSet presAssocID="{D7170BE2-463D-4FD0-A423-B6829676AC77}" presName="thickLine" presStyleLbl="alignNode1" presStyleIdx="4" presStyleCnt="7"/>
      <dgm:spPr/>
    </dgm:pt>
    <dgm:pt modelId="{6DAAB859-D842-4B2D-8AE4-1DC270062DA5}" type="pres">
      <dgm:prSet presAssocID="{D7170BE2-463D-4FD0-A423-B6829676AC77}" presName="horz1" presStyleCnt="0"/>
      <dgm:spPr/>
    </dgm:pt>
    <dgm:pt modelId="{83B4843C-66F5-40D8-8A98-063F406CCA8D}" type="pres">
      <dgm:prSet presAssocID="{D7170BE2-463D-4FD0-A423-B6829676AC77}" presName="tx1" presStyleLbl="revTx" presStyleIdx="4" presStyleCnt="7"/>
      <dgm:spPr/>
    </dgm:pt>
    <dgm:pt modelId="{07C5AFAB-1D52-4FB2-9D85-BD8AEDE77373}" type="pres">
      <dgm:prSet presAssocID="{D7170BE2-463D-4FD0-A423-B6829676AC77}" presName="vert1" presStyleCnt="0"/>
      <dgm:spPr/>
    </dgm:pt>
    <dgm:pt modelId="{986C663F-2D53-4022-9193-2D83987715DC}" type="pres">
      <dgm:prSet presAssocID="{DAB8ADE8-177C-4FBE-A6C6-7F98FE2A4864}" presName="thickLine" presStyleLbl="alignNode1" presStyleIdx="5" presStyleCnt="7"/>
      <dgm:spPr/>
    </dgm:pt>
    <dgm:pt modelId="{F65B182C-E73B-46DC-8E2E-90A5BA127706}" type="pres">
      <dgm:prSet presAssocID="{DAB8ADE8-177C-4FBE-A6C6-7F98FE2A4864}" presName="horz1" presStyleCnt="0"/>
      <dgm:spPr/>
    </dgm:pt>
    <dgm:pt modelId="{10C0407B-EED5-4D61-8460-778D6FE6D1B9}" type="pres">
      <dgm:prSet presAssocID="{DAB8ADE8-177C-4FBE-A6C6-7F98FE2A4864}" presName="tx1" presStyleLbl="revTx" presStyleIdx="5" presStyleCnt="7"/>
      <dgm:spPr/>
    </dgm:pt>
    <dgm:pt modelId="{1C9040F5-6DF2-4D13-9838-9CD93A2EF342}" type="pres">
      <dgm:prSet presAssocID="{DAB8ADE8-177C-4FBE-A6C6-7F98FE2A4864}" presName="vert1" presStyleCnt="0"/>
      <dgm:spPr/>
    </dgm:pt>
    <dgm:pt modelId="{D7529995-2321-4619-AE1B-44EBE4D19397}" type="pres">
      <dgm:prSet presAssocID="{DE50D1B1-E566-404B-BC52-2A4051FBC8CC}" presName="thickLine" presStyleLbl="alignNode1" presStyleIdx="6" presStyleCnt="7"/>
      <dgm:spPr/>
    </dgm:pt>
    <dgm:pt modelId="{29FB77EF-8E50-4183-BB43-A1A97D3C13F8}" type="pres">
      <dgm:prSet presAssocID="{DE50D1B1-E566-404B-BC52-2A4051FBC8CC}" presName="horz1" presStyleCnt="0"/>
      <dgm:spPr/>
    </dgm:pt>
    <dgm:pt modelId="{C363C933-7B52-4462-AC63-C16094433F3C}" type="pres">
      <dgm:prSet presAssocID="{DE50D1B1-E566-404B-BC52-2A4051FBC8CC}" presName="tx1" presStyleLbl="revTx" presStyleIdx="6" presStyleCnt="7"/>
      <dgm:spPr/>
    </dgm:pt>
    <dgm:pt modelId="{CF426229-86A9-4B9A-A616-8A356B41920A}" type="pres">
      <dgm:prSet presAssocID="{DE50D1B1-E566-404B-BC52-2A4051FBC8CC}" presName="vert1" presStyleCnt="0"/>
      <dgm:spPr/>
    </dgm:pt>
  </dgm:ptLst>
  <dgm:cxnLst>
    <dgm:cxn modelId="{F3159B25-B13E-45F8-90A4-0CE75D6785BB}" type="presOf" srcId="{B38DAE23-7E5A-471D-B97A-8285BA6FFBD7}" destId="{736FC00C-4CA1-41D0-A4F1-1A017A815FDF}" srcOrd="0" destOrd="0" presId="urn:microsoft.com/office/officeart/2008/layout/LinedList"/>
    <dgm:cxn modelId="{6573045D-5DBC-47E3-B3AB-0A9D5A6E9A19}" srcId="{7BAF9DE5-41D9-48A0-8F88-EA0CD8B8169F}" destId="{BC63ED13-5117-4858-997E-8142835F53BD}" srcOrd="1" destOrd="0" parTransId="{959D65B9-C0AE-4422-A629-205E4CA5D0A4}" sibTransId="{158E7061-4EA4-4042-A8E3-7C05E8F37A67}"/>
    <dgm:cxn modelId="{D9FDC162-C23A-4803-A558-1564E0301BFE}" srcId="{7BAF9DE5-41D9-48A0-8F88-EA0CD8B8169F}" destId="{D7170BE2-463D-4FD0-A423-B6829676AC77}" srcOrd="4" destOrd="0" parTransId="{D02A0D0C-4AD4-4A2F-8FE2-505F9BD50EC3}" sibTransId="{25999D2C-0F13-4661-84A8-B8054F84171D}"/>
    <dgm:cxn modelId="{2CE06A47-CD11-454B-8BD0-A988771B8B28}" type="presOf" srcId="{D7170BE2-463D-4FD0-A423-B6829676AC77}" destId="{83B4843C-66F5-40D8-8A98-063F406CCA8D}" srcOrd="0" destOrd="0" presId="urn:microsoft.com/office/officeart/2008/layout/LinedList"/>
    <dgm:cxn modelId="{E45A536C-1999-465C-8234-47F246090926}" type="presOf" srcId="{DE50D1B1-E566-404B-BC52-2A4051FBC8CC}" destId="{C363C933-7B52-4462-AC63-C16094433F3C}" srcOrd="0" destOrd="0" presId="urn:microsoft.com/office/officeart/2008/layout/LinedList"/>
    <dgm:cxn modelId="{C2753E50-EA4D-4276-BD03-ADAA1E5FF4EA}" type="presOf" srcId="{BC63ED13-5117-4858-997E-8142835F53BD}" destId="{11DAB471-8977-4286-A903-21FE5F5B9630}" srcOrd="0" destOrd="0" presId="urn:microsoft.com/office/officeart/2008/layout/LinedList"/>
    <dgm:cxn modelId="{32055852-C85F-41E2-871D-7F3708B0B87D}" srcId="{7BAF9DE5-41D9-48A0-8F88-EA0CD8B8169F}" destId="{31708436-87D3-4F50-A21C-9BEA9C2A9342}" srcOrd="3" destOrd="0" parTransId="{A08AFB03-5685-441A-8648-F45BF5D2FCF9}" sibTransId="{7AC29F85-C21A-4F92-83F5-465105B19FE8}"/>
    <dgm:cxn modelId="{26CE6381-E78A-45A3-A8EB-6AE3A7D71D90}" srcId="{7BAF9DE5-41D9-48A0-8F88-EA0CD8B8169F}" destId="{B38DAE23-7E5A-471D-B97A-8285BA6FFBD7}" srcOrd="0" destOrd="0" parTransId="{A2F4C227-17DB-4DA1-BDB7-6B2EC993EDC4}" sibTransId="{8F4F55F3-5EA6-4F2C-9F1B-3B108150785E}"/>
    <dgm:cxn modelId="{1F870499-1367-4113-A133-89AA6FDBD7DE}" type="presOf" srcId="{7BAF9DE5-41D9-48A0-8F88-EA0CD8B8169F}" destId="{8B2A91E0-B467-4B3A-9A3D-103A23884153}" srcOrd="0" destOrd="0" presId="urn:microsoft.com/office/officeart/2008/layout/LinedList"/>
    <dgm:cxn modelId="{5600419C-F3C1-4982-A559-61917AE89D13}" type="presOf" srcId="{F1AEC04B-CC0C-456D-86AB-AB67564A3CA2}" destId="{DC048778-B20E-4FE0-A7BC-7021EC3E4C07}" srcOrd="0" destOrd="0" presId="urn:microsoft.com/office/officeart/2008/layout/LinedList"/>
    <dgm:cxn modelId="{EC9A5AB6-EE5A-457B-AE68-2126B8D16417}" srcId="{7BAF9DE5-41D9-48A0-8F88-EA0CD8B8169F}" destId="{DAB8ADE8-177C-4FBE-A6C6-7F98FE2A4864}" srcOrd="5" destOrd="0" parTransId="{D5218A95-D42D-4A09-BE96-A70E40718F83}" sibTransId="{9AE44298-CBC9-4CDB-9D21-A571429A2486}"/>
    <dgm:cxn modelId="{B0BBBFC1-8900-4F88-ADB2-80006D2BAA3C}" srcId="{7BAF9DE5-41D9-48A0-8F88-EA0CD8B8169F}" destId="{DE50D1B1-E566-404B-BC52-2A4051FBC8CC}" srcOrd="6" destOrd="0" parTransId="{D0B7EB57-2C79-4CF4-B906-E08158DF34C1}" sibTransId="{5025283C-1DFC-43C0-B407-E10FD147AEDA}"/>
    <dgm:cxn modelId="{4501B4D5-36A7-4C53-97DC-4400A93DD6A7}" type="presOf" srcId="{31708436-87D3-4F50-A21C-9BEA9C2A9342}" destId="{62B27FD9-2A13-401E-A453-4EA65425984F}" srcOrd="0" destOrd="0" presId="urn:microsoft.com/office/officeart/2008/layout/LinedList"/>
    <dgm:cxn modelId="{BEF118DD-9A63-487C-B3C0-8E2A159FAA5D}" srcId="{7BAF9DE5-41D9-48A0-8F88-EA0CD8B8169F}" destId="{F1AEC04B-CC0C-456D-86AB-AB67564A3CA2}" srcOrd="2" destOrd="0" parTransId="{385A61DD-BAE7-4295-8703-FC46E410CF05}" sibTransId="{739C66C0-93D4-404E-9D92-85D1B0C958A6}"/>
    <dgm:cxn modelId="{90C47FF5-80D8-4C4D-B41C-E31233BE532A}" type="presOf" srcId="{DAB8ADE8-177C-4FBE-A6C6-7F98FE2A4864}" destId="{10C0407B-EED5-4D61-8460-778D6FE6D1B9}" srcOrd="0" destOrd="0" presId="urn:microsoft.com/office/officeart/2008/layout/LinedList"/>
    <dgm:cxn modelId="{82B616CB-444E-4597-948B-570C1A5EA04D}" type="presParOf" srcId="{8B2A91E0-B467-4B3A-9A3D-103A23884153}" destId="{2DA787DD-E1A1-47E5-8AC9-A07E80D18657}" srcOrd="0" destOrd="0" presId="urn:microsoft.com/office/officeart/2008/layout/LinedList"/>
    <dgm:cxn modelId="{F55B2F8A-1791-4338-945E-1C65E0689B48}" type="presParOf" srcId="{8B2A91E0-B467-4B3A-9A3D-103A23884153}" destId="{6574C256-6B3B-4FD7-9973-2758FF1F587D}" srcOrd="1" destOrd="0" presId="urn:microsoft.com/office/officeart/2008/layout/LinedList"/>
    <dgm:cxn modelId="{6375A0CF-4CDF-4C9A-AC63-0A5FCAC36A6F}" type="presParOf" srcId="{6574C256-6B3B-4FD7-9973-2758FF1F587D}" destId="{736FC00C-4CA1-41D0-A4F1-1A017A815FDF}" srcOrd="0" destOrd="0" presId="urn:microsoft.com/office/officeart/2008/layout/LinedList"/>
    <dgm:cxn modelId="{73D44C5A-BB52-44AD-B306-3E566B32203D}" type="presParOf" srcId="{6574C256-6B3B-4FD7-9973-2758FF1F587D}" destId="{EEC4E7B2-2D68-47A2-B73A-A031674936A3}" srcOrd="1" destOrd="0" presId="urn:microsoft.com/office/officeart/2008/layout/LinedList"/>
    <dgm:cxn modelId="{0C2E39C5-754D-49DC-8155-120849C3ECF2}" type="presParOf" srcId="{8B2A91E0-B467-4B3A-9A3D-103A23884153}" destId="{56BAF160-8185-4BEE-A195-D11B10156058}" srcOrd="2" destOrd="0" presId="urn:microsoft.com/office/officeart/2008/layout/LinedList"/>
    <dgm:cxn modelId="{C0F94001-AD17-4F3E-A29A-0F5BDE50B959}" type="presParOf" srcId="{8B2A91E0-B467-4B3A-9A3D-103A23884153}" destId="{6D4F17F1-0FF5-4A27-893C-4E1C55862BC6}" srcOrd="3" destOrd="0" presId="urn:microsoft.com/office/officeart/2008/layout/LinedList"/>
    <dgm:cxn modelId="{EF6877BB-95A8-4DB3-8AA6-F3E360FDFF27}" type="presParOf" srcId="{6D4F17F1-0FF5-4A27-893C-4E1C55862BC6}" destId="{11DAB471-8977-4286-A903-21FE5F5B9630}" srcOrd="0" destOrd="0" presId="urn:microsoft.com/office/officeart/2008/layout/LinedList"/>
    <dgm:cxn modelId="{C4A47BCC-C073-4C26-A641-622F2DD5EE2A}" type="presParOf" srcId="{6D4F17F1-0FF5-4A27-893C-4E1C55862BC6}" destId="{60967428-22D8-41D8-A37D-1C3AE4DA8987}" srcOrd="1" destOrd="0" presId="urn:microsoft.com/office/officeart/2008/layout/LinedList"/>
    <dgm:cxn modelId="{0380C13A-3AC2-4C64-9C5B-8447DDF55A24}" type="presParOf" srcId="{8B2A91E0-B467-4B3A-9A3D-103A23884153}" destId="{8287D0F8-D4BC-437B-8F53-DB4024A9AB5D}" srcOrd="4" destOrd="0" presId="urn:microsoft.com/office/officeart/2008/layout/LinedList"/>
    <dgm:cxn modelId="{36847905-A91A-411C-9486-B10B796F0649}" type="presParOf" srcId="{8B2A91E0-B467-4B3A-9A3D-103A23884153}" destId="{1D46D801-CCBE-4524-9644-E2FFEAE5B283}" srcOrd="5" destOrd="0" presId="urn:microsoft.com/office/officeart/2008/layout/LinedList"/>
    <dgm:cxn modelId="{217207DB-CB76-4AA1-B8D9-84CDA7D8C023}" type="presParOf" srcId="{1D46D801-CCBE-4524-9644-E2FFEAE5B283}" destId="{DC048778-B20E-4FE0-A7BC-7021EC3E4C07}" srcOrd="0" destOrd="0" presId="urn:microsoft.com/office/officeart/2008/layout/LinedList"/>
    <dgm:cxn modelId="{05E94AC4-E188-471B-9BF2-E7EC6C50EC34}" type="presParOf" srcId="{1D46D801-CCBE-4524-9644-E2FFEAE5B283}" destId="{6690A685-4D7C-42D1-95E3-4D09DEA57AC3}" srcOrd="1" destOrd="0" presId="urn:microsoft.com/office/officeart/2008/layout/LinedList"/>
    <dgm:cxn modelId="{C7C234B1-4664-4D3A-84BE-6FB6C3A243BE}" type="presParOf" srcId="{8B2A91E0-B467-4B3A-9A3D-103A23884153}" destId="{284032A3-A9BF-408E-B89E-E44A546A614C}" srcOrd="6" destOrd="0" presId="urn:microsoft.com/office/officeart/2008/layout/LinedList"/>
    <dgm:cxn modelId="{6B5DE24B-FB01-418D-A125-EDE89F75ADE5}" type="presParOf" srcId="{8B2A91E0-B467-4B3A-9A3D-103A23884153}" destId="{BF589BB6-2088-44A7-83E3-C9918BF067F0}" srcOrd="7" destOrd="0" presId="urn:microsoft.com/office/officeart/2008/layout/LinedList"/>
    <dgm:cxn modelId="{5C28612C-F19C-429C-93F0-253A93C380C0}" type="presParOf" srcId="{BF589BB6-2088-44A7-83E3-C9918BF067F0}" destId="{62B27FD9-2A13-401E-A453-4EA65425984F}" srcOrd="0" destOrd="0" presId="urn:microsoft.com/office/officeart/2008/layout/LinedList"/>
    <dgm:cxn modelId="{8CCD96B3-B1E6-477B-AD20-A96547AE8DA3}" type="presParOf" srcId="{BF589BB6-2088-44A7-83E3-C9918BF067F0}" destId="{3A62A81A-82F5-4C81-B249-66EBB9A8A63F}" srcOrd="1" destOrd="0" presId="urn:microsoft.com/office/officeart/2008/layout/LinedList"/>
    <dgm:cxn modelId="{989FB315-BE23-4612-B843-D22D6748491E}" type="presParOf" srcId="{8B2A91E0-B467-4B3A-9A3D-103A23884153}" destId="{0C0C5AA7-2AE9-4455-AD8A-A3B15CB0FF38}" srcOrd="8" destOrd="0" presId="urn:microsoft.com/office/officeart/2008/layout/LinedList"/>
    <dgm:cxn modelId="{6648D0E6-F882-4C7A-AB01-2DB8EF34CCCC}" type="presParOf" srcId="{8B2A91E0-B467-4B3A-9A3D-103A23884153}" destId="{6DAAB859-D842-4B2D-8AE4-1DC270062DA5}" srcOrd="9" destOrd="0" presId="urn:microsoft.com/office/officeart/2008/layout/LinedList"/>
    <dgm:cxn modelId="{9F85FD20-AEE3-4BC4-A09C-5BBE04F5F58C}" type="presParOf" srcId="{6DAAB859-D842-4B2D-8AE4-1DC270062DA5}" destId="{83B4843C-66F5-40D8-8A98-063F406CCA8D}" srcOrd="0" destOrd="0" presId="urn:microsoft.com/office/officeart/2008/layout/LinedList"/>
    <dgm:cxn modelId="{6E60C8F3-7E28-4B48-95D2-4936AA4E199F}" type="presParOf" srcId="{6DAAB859-D842-4B2D-8AE4-1DC270062DA5}" destId="{07C5AFAB-1D52-4FB2-9D85-BD8AEDE77373}" srcOrd="1" destOrd="0" presId="urn:microsoft.com/office/officeart/2008/layout/LinedList"/>
    <dgm:cxn modelId="{AFF4F18D-998C-4D4C-AAC7-8B21CCFEBAD9}" type="presParOf" srcId="{8B2A91E0-B467-4B3A-9A3D-103A23884153}" destId="{986C663F-2D53-4022-9193-2D83987715DC}" srcOrd="10" destOrd="0" presId="urn:microsoft.com/office/officeart/2008/layout/LinedList"/>
    <dgm:cxn modelId="{9B17CF3C-5D09-4068-972F-A5725EB5D6F3}" type="presParOf" srcId="{8B2A91E0-B467-4B3A-9A3D-103A23884153}" destId="{F65B182C-E73B-46DC-8E2E-90A5BA127706}" srcOrd="11" destOrd="0" presId="urn:microsoft.com/office/officeart/2008/layout/LinedList"/>
    <dgm:cxn modelId="{19DF1439-EF64-43FF-A407-F48888BA3CDA}" type="presParOf" srcId="{F65B182C-E73B-46DC-8E2E-90A5BA127706}" destId="{10C0407B-EED5-4D61-8460-778D6FE6D1B9}" srcOrd="0" destOrd="0" presId="urn:microsoft.com/office/officeart/2008/layout/LinedList"/>
    <dgm:cxn modelId="{73B9EEB6-EE1C-46C1-9419-F666FAC2F6FF}" type="presParOf" srcId="{F65B182C-E73B-46DC-8E2E-90A5BA127706}" destId="{1C9040F5-6DF2-4D13-9838-9CD93A2EF342}" srcOrd="1" destOrd="0" presId="urn:microsoft.com/office/officeart/2008/layout/LinedList"/>
    <dgm:cxn modelId="{79FFB695-F7FD-41BA-9487-A2B8F7949C1D}" type="presParOf" srcId="{8B2A91E0-B467-4B3A-9A3D-103A23884153}" destId="{D7529995-2321-4619-AE1B-44EBE4D19397}" srcOrd="12" destOrd="0" presId="urn:microsoft.com/office/officeart/2008/layout/LinedList"/>
    <dgm:cxn modelId="{D0F22112-E369-46F7-96DF-EF80B5E538AF}" type="presParOf" srcId="{8B2A91E0-B467-4B3A-9A3D-103A23884153}" destId="{29FB77EF-8E50-4183-BB43-A1A97D3C13F8}" srcOrd="13" destOrd="0" presId="urn:microsoft.com/office/officeart/2008/layout/LinedList"/>
    <dgm:cxn modelId="{BB5654A6-7207-44EF-AA20-C52DC82BAE5F}" type="presParOf" srcId="{29FB77EF-8E50-4183-BB43-A1A97D3C13F8}" destId="{C363C933-7B52-4462-AC63-C16094433F3C}" srcOrd="0" destOrd="0" presId="urn:microsoft.com/office/officeart/2008/layout/LinedList"/>
    <dgm:cxn modelId="{82EE5F42-5B29-4F3D-A056-920C614D881C}" type="presParOf" srcId="{29FB77EF-8E50-4183-BB43-A1A97D3C13F8}" destId="{CF426229-86A9-4B9A-A616-8A356B41920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97528C-1BE9-4FE7-A5D4-1A3E422303A2}" type="doc">
      <dgm:prSet loTypeId="urn:microsoft.com/office/officeart/2005/8/layout/matrix3" loCatId="matrix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F10C764-7EEE-4F41-A181-E6411A12A4AC}">
      <dgm:prSet/>
      <dgm:spPr/>
      <dgm:t>
        <a:bodyPr/>
        <a:lstStyle/>
        <a:p>
          <a:pPr rtl="0"/>
          <a:r>
            <a:rPr lang="en-GB" dirty="0">
              <a:latin typeface="Sagona Book"/>
            </a:rPr>
            <a:t>Complete documentation of each patient.</a:t>
          </a:r>
        </a:p>
      </dgm:t>
    </dgm:pt>
    <dgm:pt modelId="{8A987760-15BE-48A4-9547-94D727BACB7B}" type="parTrans" cxnId="{90E5119D-C419-460C-9E7C-30AFF8711A06}">
      <dgm:prSet/>
      <dgm:spPr/>
      <dgm:t>
        <a:bodyPr/>
        <a:lstStyle/>
        <a:p>
          <a:endParaRPr lang="en-US"/>
        </a:p>
      </dgm:t>
    </dgm:pt>
    <dgm:pt modelId="{EFF51560-FECF-44C7-B4FD-C6927D93C472}" type="sibTrans" cxnId="{90E5119D-C419-460C-9E7C-30AFF8711A06}">
      <dgm:prSet/>
      <dgm:spPr/>
      <dgm:t>
        <a:bodyPr/>
        <a:lstStyle/>
        <a:p>
          <a:endParaRPr lang="en-US"/>
        </a:p>
      </dgm:t>
    </dgm:pt>
    <dgm:pt modelId="{862796D9-3E00-450D-A90A-0E1C277267F5}">
      <dgm:prSet/>
      <dgm:spPr/>
      <dgm:t>
        <a:bodyPr/>
        <a:lstStyle/>
        <a:p>
          <a:r>
            <a:rPr lang="en-GB" dirty="0"/>
            <a:t>Secure and confidential method of keeping records.</a:t>
          </a:r>
        </a:p>
      </dgm:t>
    </dgm:pt>
    <dgm:pt modelId="{0C044A64-B5A1-4DA6-BB5D-F9989E77F57D}" type="parTrans" cxnId="{DD271D2D-8D40-4CDF-96F6-8116C4BAA315}">
      <dgm:prSet/>
      <dgm:spPr/>
      <dgm:t>
        <a:bodyPr/>
        <a:lstStyle/>
        <a:p>
          <a:endParaRPr lang="en-US"/>
        </a:p>
      </dgm:t>
    </dgm:pt>
    <dgm:pt modelId="{928EA2EF-62B4-42FA-9036-9BA3FD1664AB}" type="sibTrans" cxnId="{DD271D2D-8D40-4CDF-96F6-8116C4BAA315}">
      <dgm:prSet/>
      <dgm:spPr/>
      <dgm:t>
        <a:bodyPr/>
        <a:lstStyle/>
        <a:p>
          <a:endParaRPr lang="en-US"/>
        </a:p>
      </dgm:t>
    </dgm:pt>
    <dgm:pt modelId="{D825B16C-CED5-4710-8C7F-AA13C834630A}">
      <dgm:prSet phldr="0"/>
      <dgm:spPr/>
      <dgm:t>
        <a:bodyPr/>
        <a:lstStyle/>
        <a:p>
          <a:r>
            <a:rPr lang="en-GB" dirty="0">
              <a:latin typeface="Sagona Book"/>
            </a:rPr>
            <a:t>Tracking</a:t>
          </a:r>
          <a:r>
            <a:rPr lang="en-GB" dirty="0"/>
            <a:t> patients needed follow up.</a:t>
          </a:r>
          <a:endParaRPr lang="en-US" dirty="0"/>
        </a:p>
      </dgm:t>
    </dgm:pt>
    <dgm:pt modelId="{389F252D-03BF-411A-A95D-E17F3A58845D}" type="parTrans" cxnId="{F0138A3A-CBB5-4AAD-8F4B-1CE7E51ECE56}">
      <dgm:prSet/>
      <dgm:spPr/>
    </dgm:pt>
    <dgm:pt modelId="{F015A3DB-929F-48AD-948D-5D7B4BBAF800}" type="sibTrans" cxnId="{F0138A3A-CBB5-4AAD-8F4B-1CE7E51ECE56}">
      <dgm:prSet/>
      <dgm:spPr/>
    </dgm:pt>
    <dgm:pt modelId="{523FE5ED-45C6-4882-B32E-8A87377EB97D}">
      <dgm:prSet phldr="0"/>
      <dgm:spPr/>
      <dgm:t>
        <a:bodyPr/>
        <a:lstStyle/>
        <a:p>
          <a:pPr rtl="0"/>
          <a:r>
            <a:rPr lang="en-GB" dirty="0">
              <a:latin typeface="Sagona Book"/>
            </a:rPr>
            <a:t>Improved patient care.</a:t>
          </a:r>
        </a:p>
      </dgm:t>
    </dgm:pt>
    <dgm:pt modelId="{8A4BB820-90F0-4303-9A9F-6207F4EA75C3}" type="parTrans" cxnId="{8E69CB6F-31D9-4FB6-9722-83AB5D98DC09}">
      <dgm:prSet/>
      <dgm:spPr/>
    </dgm:pt>
    <dgm:pt modelId="{FE300A31-5898-4941-9A4A-3EC1F02832E4}" type="sibTrans" cxnId="{8E69CB6F-31D9-4FB6-9722-83AB5D98DC09}">
      <dgm:prSet/>
      <dgm:spPr/>
    </dgm:pt>
    <dgm:pt modelId="{A86F2670-6A48-442E-9C26-5AD43342D893}" type="pres">
      <dgm:prSet presAssocID="{1C97528C-1BE9-4FE7-A5D4-1A3E422303A2}" presName="matrix" presStyleCnt="0">
        <dgm:presLayoutVars>
          <dgm:chMax val="1"/>
          <dgm:dir/>
          <dgm:resizeHandles val="exact"/>
        </dgm:presLayoutVars>
      </dgm:prSet>
      <dgm:spPr/>
    </dgm:pt>
    <dgm:pt modelId="{D54F9716-D0F7-4E4C-81CB-D26839357085}" type="pres">
      <dgm:prSet presAssocID="{1C97528C-1BE9-4FE7-A5D4-1A3E422303A2}" presName="diamond" presStyleLbl="bgShp" presStyleIdx="0" presStyleCnt="1"/>
      <dgm:spPr/>
    </dgm:pt>
    <dgm:pt modelId="{1173115D-2858-4F7D-B735-E135E7D2449D}" type="pres">
      <dgm:prSet presAssocID="{1C97528C-1BE9-4FE7-A5D4-1A3E422303A2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30B27F8A-8A63-43C3-8174-44DA4903590E}" type="pres">
      <dgm:prSet presAssocID="{1C97528C-1BE9-4FE7-A5D4-1A3E422303A2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795F1EBB-C3EE-49FA-BA40-51A189491CCA}" type="pres">
      <dgm:prSet presAssocID="{1C97528C-1BE9-4FE7-A5D4-1A3E422303A2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FEC3E093-8475-4C55-8DD0-CC07FA7746DA}" type="pres">
      <dgm:prSet presAssocID="{1C97528C-1BE9-4FE7-A5D4-1A3E422303A2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6C1D250C-DD59-4AEE-9B6C-72FAE9A574F8}" type="presOf" srcId="{D825B16C-CED5-4710-8C7F-AA13C834630A}" destId="{30B27F8A-8A63-43C3-8174-44DA4903590E}" srcOrd="0" destOrd="0" presId="urn:microsoft.com/office/officeart/2005/8/layout/matrix3"/>
    <dgm:cxn modelId="{DD271D2D-8D40-4CDF-96F6-8116C4BAA315}" srcId="{1C97528C-1BE9-4FE7-A5D4-1A3E422303A2}" destId="{862796D9-3E00-450D-A90A-0E1C277267F5}" srcOrd="2" destOrd="0" parTransId="{0C044A64-B5A1-4DA6-BB5D-F9989E77F57D}" sibTransId="{928EA2EF-62B4-42FA-9036-9BA3FD1664AB}"/>
    <dgm:cxn modelId="{6B2E9032-931A-482D-8F1A-EF5C24156940}" type="presOf" srcId="{EF10C764-7EEE-4F41-A181-E6411A12A4AC}" destId="{1173115D-2858-4F7D-B735-E135E7D2449D}" srcOrd="0" destOrd="0" presId="urn:microsoft.com/office/officeart/2005/8/layout/matrix3"/>
    <dgm:cxn modelId="{F0138A3A-CBB5-4AAD-8F4B-1CE7E51ECE56}" srcId="{1C97528C-1BE9-4FE7-A5D4-1A3E422303A2}" destId="{D825B16C-CED5-4710-8C7F-AA13C834630A}" srcOrd="1" destOrd="0" parTransId="{389F252D-03BF-411A-A95D-E17F3A58845D}" sibTransId="{F015A3DB-929F-48AD-948D-5D7B4BBAF800}"/>
    <dgm:cxn modelId="{8E69CB6F-31D9-4FB6-9722-83AB5D98DC09}" srcId="{1C97528C-1BE9-4FE7-A5D4-1A3E422303A2}" destId="{523FE5ED-45C6-4882-B32E-8A87377EB97D}" srcOrd="3" destOrd="0" parTransId="{8A4BB820-90F0-4303-9A9F-6207F4EA75C3}" sibTransId="{FE300A31-5898-4941-9A4A-3EC1F02832E4}"/>
    <dgm:cxn modelId="{E22CDF70-5E75-4690-8153-D8FD51ECED58}" type="presOf" srcId="{1C97528C-1BE9-4FE7-A5D4-1A3E422303A2}" destId="{A86F2670-6A48-442E-9C26-5AD43342D893}" srcOrd="0" destOrd="0" presId="urn:microsoft.com/office/officeart/2005/8/layout/matrix3"/>
    <dgm:cxn modelId="{7150EB7C-AF09-4A30-A445-E14980D2A7F6}" type="presOf" srcId="{523FE5ED-45C6-4882-B32E-8A87377EB97D}" destId="{FEC3E093-8475-4C55-8DD0-CC07FA7746DA}" srcOrd="0" destOrd="0" presId="urn:microsoft.com/office/officeart/2005/8/layout/matrix3"/>
    <dgm:cxn modelId="{90E5119D-C419-460C-9E7C-30AFF8711A06}" srcId="{1C97528C-1BE9-4FE7-A5D4-1A3E422303A2}" destId="{EF10C764-7EEE-4F41-A181-E6411A12A4AC}" srcOrd="0" destOrd="0" parTransId="{8A987760-15BE-48A4-9547-94D727BACB7B}" sibTransId="{EFF51560-FECF-44C7-B4FD-C6927D93C472}"/>
    <dgm:cxn modelId="{53A963AD-C141-419E-B956-8CD05E5DD09B}" type="presOf" srcId="{862796D9-3E00-450D-A90A-0E1C277267F5}" destId="{795F1EBB-C3EE-49FA-BA40-51A189491CCA}" srcOrd="0" destOrd="0" presId="urn:microsoft.com/office/officeart/2005/8/layout/matrix3"/>
    <dgm:cxn modelId="{6A7E4F76-2973-4B7D-8D84-68481D949B54}" type="presParOf" srcId="{A86F2670-6A48-442E-9C26-5AD43342D893}" destId="{D54F9716-D0F7-4E4C-81CB-D26839357085}" srcOrd="0" destOrd="0" presId="urn:microsoft.com/office/officeart/2005/8/layout/matrix3"/>
    <dgm:cxn modelId="{649CA020-DCF6-49F3-8F90-C6136CA84BE3}" type="presParOf" srcId="{A86F2670-6A48-442E-9C26-5AD43342D893}" destId="{1173115D-2858-4F7D-B735-E135E7D2449D}" srcOrd="1" destOrd="0" presId="urn:microsoft.com/office/officeart/2005/8/layout/matrix3"/>
    <dgm:cxn modelId="{CA110ED4-107F-4221-85BC-D189ABE746A3}" type="presParOf" srcId="{A86F2670-6A48-442E-9C26-5AD43342D893}" destId="{30B27F8A-8A63-43C3-8174-44DA4903590E}" srcOrd="2" destOrd="0" presId="urn:microsoft.com/office/officeart/2005/8/layout/matrix3"/>
    <dgm:cxn modelId="{32345363-C1A3-4C15-96CB-2AA067531FD1}" type="presParOf" srcId="{A86F2670-6A48-442E-9C26-5AD43342D893}" destId="{795F1EBB-C3EE-49FA-BA40-51A189491CCA}" srcOrd="3" destOrd="0" presId="urn:microsoft.com/office/officeart/2005/8/layout/matrix3"/>
    <dgm:cxn modelId="{5E87A6AA-B5C2-4433-B953-4F4C5565EC34}" type="presParOf" srcId="{A86F2670-6A48-442E-9C26-5AD43342D893}" destId="{FEC3E093-8475-4C55-8DD0-CC07FA7746D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5DE2DD4-B83F-4F1F-87AB-944B3EB6FEDC}" type="doc">
      <dgm:prSet loTypeId="urn:microsoft.com/office/officeart/2008/layout/Lined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84E7ED34-9F30-40EF-9350-26D9D89805F5}">
      <dgm:prSet/>
      <dgm:spPr/>
      <dgm:t>
        <a:bodyPr/>
        <a:lstStyle/>
        <a:p>
          <a:r>
            <a:rPr lang="en-GB"/>
            <a:t>Medical training</a:t>
          </a:r>
          <a:endParaRPr lang="en-US"/>
        </a:p>
      </dgm:t>
    </dgm:pt>
    <dgm:pt modelId="{6D86575B-C36C-4AC2-A2B8-996D6824619F}" type="parTrans" cxnId="{3BA79122-F9F9-4F5C-A2AD-65121F02DED3}">
      <dgm:prSet/>
      <dgm:spPr/>
      <dgm:t>
        <a:bodyPr/>
        <a:lstStyle/>
        <a:p>
          <a:endParaRPr lang="en-US"/>
        </a:p>
      </dgm:t>
    </dgm:pt>
    <dgm:pt modelId="{B05700CF-9909-41C3-8028-BEF94EB99997}" type="sibTrans" cxnId="{3BA79122-F9F9-4F5C-A2AD-65121F02DED3}">
      <dgm:prSet/>
      <dgm:spPr/>
      <dgm:t>
        <a:bodyPr/>
        <a:lstStyle/>
        <a:p>
          <a:endParaRPr lang="en-US"/>
        </a:p>
      </dgm:t>
    </dgm:pt>
    <dgm:pt modelId="{CF8524EE-1DE0-4E05-9C6E-5E0276BEF159}">
      <dgm:prSet/>
      <dgm:spPr/>
      <dgm:t>
        <a:bodyPr/>
        <a:lstStyle/>
        <a:p>
          <a:r>
            <a:rPr lang="en-GB"/>
            <a:t>Patient education</a:t>
          </a:r>
          <a:endParaRPr lang="en-US"/>
        </a:p>
      </dgm:t>
    </dgm:pt>
    <dgm:pt modelId="{8E4F9638-3FA5-4312-911D-3A6EE127A916}" type="parTrans" cxnId="{1708E7EE-9184-4AB0-BE97-EE907E414792}">
      <dgm:prSet/>
      <dgm:spPr/>
      <dgm:t>
        <a:bodyPr/>
        <a:lstStyle/>
        <a:p>
          <a:endParaRPr lang="en-US"/>
        </a:p>
      </dgm:t>
    </dgm:pt>
    <dgm:pt modelId="{DBCAC1A9-D4C9-46BF-93DC-5F440E309BBE}" type="sibTrans" cxnId="{1708E7EE-9184-4AB0-BE97-EE907E414792}">
      <dgm:prSet/>
      <dgm:spPr/>
      <dgm:t>
        <a:bodyPr/>
        <a:lstStyle/>
        <a:p>
          <a:endParaRPr lang="en-US"/>
        </a:p>
      </dgm:t>
    </dgm:pt>
    <dgm:pt modelId="{7DE95989-49E4-4BEC-B2C5-0EE6277E014D}">
      <dgm:prSet/>
      <dgm:spPr/>
      <dgm:t>
        <a:bodyPr/>
        <a:lstStyle/>
        <a:p>
          <a:r>
            <a:rPr lang="en-GB"/>
            <a:t>Pain management  and physical therapy</a:t>
          </a:r>
          <a:endParaRPr lang="en-US"/>
        </a:p>
      </dgm:t>
    </dgm:pt>
    <dgm:pt modelId="{CCDFAFB1-D5CE-4075-8FAD-105052CCC13E}" type="parTrans" cxnId="{F927C4E3-E43B-4A9A-99F6-1A9FFA5693B1}">
      <dgm:prSet/>
      <dgm:spPr/>
      <dgm:t>
        <a:bodyPr/>
        <a:lstStyle/>
        <a:p>
          <a:endParaRPr lang="en-US"/>
        </a:p>
      </dgm:t>
    </dgm:pt>
    <dgm:pt modelId="{8954E25A-02B9-483E-BF1C-3FB971DE4068}" type="sibTrans" cxnId="{F927C4E3-E43B-4A9A-99F6-1A9FFA5693B1}">
      <dgm:prSet/>
      <dgm:spPr/>
      <dgm:t>
        <a:bodyPr/>
        <a:lstStyle/>
        <a:p>
          <a:endParaRPr lang="en-US"/>
        </a:p>
      </dgm:t>
    </dgm:pt>
    <dgm:pt modelId="{8F648A74-EAE0-461D-A661-30C8A466DB50}">
      <dgm:prSet/>
      <dgm:spPr/>
      <dgm:t>
        <a:bodyPr/>
        <a:lstStyle/>
        <a:p>
          <a:r>
            <a:rPr lang="en-GB"/>
            <a:t>Mental health and psychological therapy</a:t>
          </a:r>
          <a:endParaRPr lang="en-US"/>
        </a:p>
      </dgm:t>
    </dgm:pt>
    <dgm:pt modelId="{D3B77D6E-674E-414F-907A-37CC9FE1AFA4}" type="parTrans" cxnId="{DA229C58-6B7C-4D6D-B05A-E7164401BABA}">
      <dgm:prSet/>
      <dgm:spPr/>
      <dgm:t>
        <a:bodyPr/>
        <a:lstStyle/>
        <a:p>
          <a:endParaRPr lang="en-US"/>
        </a:p>
      </dgm:t>
    </dgm:pt>
    <dgm:pt modelId="{0499F437-2AC8-444E-AEA7-0222116087D9}" type="sibTrans" cxnId="{DA229C58-6B7C-4D6D-B05A-E7164401BABA}">
      <dgm:prSet/>
      <dgm:spPr/>
      <dgm:t>
        <a:bodyPr/>
        <a:lstStyle/>
        <a:p>
          <a:endParaRPr lang="en-US"/>
        </a:p>
      </dgm:t>
    </dgm:pt>
    <dgm:pt modelId="{0B7D6A3E-0051-4289-ABF3-44669ED403D9}">
      <dgm:prSet/>
      <dgm:spPr/>
      <dgm:t>
        <a:bodyPr/>
        <a:lstStyle/>
        <a:p>
          <a:r>
            <a:rPr lang="en-GB"/>
            <a:t>Disease awareness</a:t>
          </a:r>
          <a:endParaRPr lang="en-US"/>
        </a:p>
      </dgm:t>
    </dgm:pt>
    <dgm:pt modelId="{2BBD46ED-41C9-49AA-8997-4430BB72EFF0}" type="parTrans" cxnId="{B9F67C37-F77E-4FEA-893A-28A618946991}">
      <dgm:prSet/>
      <dgm:spPr/>
      <dgm:t>
        <a:bodyPr/>
        <a:lstStyle/>
        <a:p>
          <a:endParaRPr lang="en-US"/>
        </a:p>
      </dgm:t>
    </dgm:pt>
    <dgm:pt modelId="{7A949064-6381-45DE-BBC9-E9900DBEB24C}" type="sibTrans" cxnId="{B9F67C37-F77E-4FEA-893A-28A618946991}">
      <dgm:prSet/>
      <dgm:spPr/>
      <dgm:t>
        <a:bodyPr/>
        <a:lstStyle/>
        <a:p>
          <a:endParaRPr lang="en-US"/>
        </a:p>
      </dgm:t>
    </dgm:pt>
    <dgm:pt modelId="{BB727B2F-F834-405C-AF40-D22A072BD3B4}">
      <dgm:prSet/>
      <dgm:spPr/>
      <dgm:t>
        <a:bodyPr/>
        <a:lstStyle/>
        <a:p>
          <a:r>
            <a:rPr lang="en-GB"/>
            <a:t>VR in surgery</a:t>
          </a:r>
          <a:endParaRPr lang="en-US"/>
        </a:p>
      </dgm:t>
    </dgm:pt>
    <dgm:pt modelId="{529D25F8-1DDA-42BE-A25D-FE3E557A761C}" type="parTrans" cxnId="{E5F3101E-9F4A-4916-9B94-608B6416BFA5}">
      <dgm:prSet/>
      <dgm:spPr/>
      <dgm:t>
        <a:bodyPr/>
        <a:lstStyle/>
        <a:p>
          <a:endParaRPr lang="en-US"/>
        </a:p>
      </dgm:t>
    </dgm:pt>
    <dgm:pt modelId="{38BA7BC2-AABB-4A03-9ECB-C0C8A17CD5F4}" type="sibTrans" cxnId="{E5F3101E-9F4A-4916-9B94-608B6416BFA5}">
      <dgm:prSet/>
      <dgm:spPr/>
      <dgm:t>
        <a:bodyPr/>
        <a:lstStyle/>
        <a:p>
          <a:endParaRPr lang="en-US"/>
        </a:p>
      </dgm:t>
    </dgm:pt>
    <dgm:pt modelId="{EA80C2F5-004D-46A1-9C1A-DA8971749329}">
      <dgm:prSet/>
      <dgm:spPr/>
      <dgm:t>
        <a:bodyPr/>
        <a:lstStyle/>
        <a:p>
          <a:r>
            <a:rPr lang="en-GB"/>
            <a:t>Autism treatment</a:t>
          </a:r>
          <a:endParaRPr lang="en-US"/>
        </a:p>
      </dgm:t>
    </dgm:pt>
    <dgm:pt modelId="{79B6ECF5-5986-449B-81E6-07B5F94C1952}" type="parTrans" cxnId="{DE301B20-FA6A-4E34-994C-2975C88C9752}">
      <dgm:prSet/>
      <dgm:spPr/>
      <dgm:t>
        <a:bodyPr/>
        <a:lstStyle/>
        <a:p>
          <a:endParaRPr lang="en-US"/>
        </a:p>
      </dgm:t>
    </dgm:pt>
    <dgm:pt modelId="{89DD78BD-7670-4AEA-B1D2-69C9E919C0B1}" type="sibTrans" cxnId="{DE301B20-FA6A-4E34-994C-2975C88C9752}">
      <dgm:prSet/>
      <dgm:spPr/>
      <dgm:t>
        <a:bodyPr/>
        <a:lstStyle/>
        <a:p>
          <a:endParaRPr lang="en-US"/>
        </a:p>
      </dgm:t>
    </dgm:pt>
    <dgm:pt modelId="{721D566D-50C4-40F6-BD3F-31F02C582035}" type="pres">
      <dgm:prSet presAssocID="{05DE2DD4-B83F-4F1F-87AB-944B3EB6FEDC}" presName="vert0" presStyleCnt="0">
        <dgm:presLayoutVars>
          <dgm:dir/>
          <dgm:animOne val="branch"/>
          <dgm:animLvl val="lvl"/>
        </dgm:presLayoutVars>
      </dgm:prSet>
      <dgm:spPr/>
    </dgm:pt>
    <dgm:pt modelId="{1248D43E-528D-46B6-9E7E-970CB86FEDAE}" type="pres">
      <dgm:prSet presAssocID="{84E7ED34-9F30-40EF-9350-26D9D89805F5}" presName="thickLine" presStyleLbl="alignNode1" presStyleIdx="0" presStyleCnt="7"/>
      <dgm:spPr/>
    </dgm:pt>
    <dgm:pt modelId="{829761B3-696E-4A24-A4A7-39070AB2A2CA}" type="pres">
      <dgm:prSet presAssocID="{84E7ED34-9F30-40EF-9350-26D9D89805F5}" presName="horz1" presStyleCnt="0"/>
      <dgm:spPr/>
    </dgm:pt>
    <dgm:pt modelId="{9007A7BE-DF84-4528-8159-FFBCCB8CF987}" type="pres">
      <dgm:prSet presAssocID="{84E7ED34-9F30-40EF-9350-26D9D89805F5}" presName="tx1" presStyleLbl="revTx" presStyleIdx="0" presStyleCnt="7"/>
      <dgm:spPr/>
    </dgm:pt>
    <dgm:pt modelId="{EFE0DC84-26FD-475B-9BAD-798235B29B96}" type="pres">
      <dgm:prSet presAssocID="{84E7ED34-9F30-40EF-9350-26D9D89805F5}" presName="vert1" presStyleCnt="0"/>
      <dgm:spPr/>
    </dgm:pt>
    <dgm:pt modelId="{26F558BA-B0BB-431E-B340-563D1179E55B}" type="pres">
      <dgm:prSet presAssocID="{CF8524EE-1DE0-4E05-9C6E-5E0276BEF159}" presName="thickLine" presStyleLbl="alignNode1" presStyleIdx="1" presStyleCnt="7"/>
      <dgm:spPr/>
    </dgm:pt>
    <dgm:pt modelId="{4354FFE7-78B1-4EE0-93DA-612EF6AA966F}" type="pres">
      <dgm:prSet presAssocID="{CF8524EE-1DE0-4E05-9C6E-5E0276BEF159}" presName="horz1" presStyleCnt="0"/>
      <dgm:spPr/>
    </dgm:pt>
    <dgm:pt modelId="{1E96F433-24C0-4D83-A0AE-992D9776CDFB}" type="pres">
      <dgm:prSet presAssocID="{CF8524EE-1DE0-4E05-9C6E-5E0276BEF159}" presName="tx1" presStyleLbl="revTx" presStyleIdx="1" presStyleCnt="7"/>
      <dgm:spPr/>
    </dgm:pt>
    <dgm:pt modelId="{A514733E-831C-4530-A83C-A935350666FD}" type="pres">
      <dgm:prSet presAssocID="{CF8524EE-1DE0-4E05-9C6E-5E0276BEF159}" presName="vert1" presStyleCnt="0"/>
      <dgm:spPr/>
    </dgm:pt>
    <dgm:pt modelId="{4422034C-C80D-4F32-A231-85B55A8E9401}" type="pres">
      <dgm:prSet presAssocID="{7DE95989-49E4-4BEC-B2C5-0EE6277E014D}" presName="thickLine" presStyleLbl="alignNode1" presStyleIdx="2" presStyleCnt="7"/>
      <dgm:spPr/>
    </dgm:pt>
    <dgm:pt modelId="{67E3D5F9-BDF0-40B9-8BC1-D2F952D920BD}" type="pres">
      <dgm:prSet presAssocID="{7DE95989-49E4-4BEC-B2C5-0EE6277E014D}" presName="horz1" presStyleCnt="0"/>
      <dgm:spPr/>
    </dgm:pt>
    <dgm:pt modelId="{CD83DFFB-9D83-4A2C-9140-C56F927557B4}" type="pres">
      <dgm:prSet presAssocID="{7DE95989-49E4-4BEC-B2C5-0EE6277E014D}" presName="tx1" presStyleLbl="revTx" presStyleIdx="2" presStyleCnt="7"/>
      <dgm:spPr/>
    </dgm:pt>
    <dgm:pt modelId="{0ED965C4-FE96-4641-B5F0-846ADD9ABEF2}" type="pres">
      <dgm:prSet presAssocID="{7DE95989-49E4-4BEC-B2C5-0EE6277E014D}" presName="vert1" presStyleCnt="0"/>
      <dgm:spPr/>
    </dgm:pt>
    <dgm:pt modelId="{D3C2A709-AF9D-4434-909A-C1685EEF74E3}" type="pres">
      <dgm:prSet presAssocID="{8F648A74-EAE0-461D-A661-30C8A466DB50}" presName="thickLine" presStyleLbl="alignNode1" presStyleIdx="3" presStyleCnt="7"/>
      <dgm:spPr/>
    </dgm:pt>
    <dgm:pt modelId="{EDFAA9FE-ABD0-484A-A84C-E312C6F26C04}" type="pres">
      <dgm:prSet presAssocID="{8F648A74-EAE0-461D-A661-30C8A466DB50}" presName="horz1" presStyleCnt="0"/>
      <dgm:spPr/>
    </dgm:pt>
    <dgm:pt modelId="{C58F262E-7F66-45F9-8C11-6379C347D834}" type="pres">
      <dgm:prSet presAssocID="{8F648A74-EAE0-461D-A661-30C8A466DB50}" presName="tx1" presStyleLbl="revTx" presStyleIdx="3" presStyleCnt="7"/>
      <dgm:spPr/>
    </dgm:pt>
    <dgm:pt modelId="{7C7AD787-CDC4-40B1-8945-A62DE6EAE018}" type="pres">
      <dgm:prSet presAssocID="{8F648A74-EAE0-461D-A661-30C8A466DB50}" presName="vert1" presStyleCnt="0"/>
      <dgm:spPr/>
    </dgm:pt>
    <dgm:pt modelId="{6954D581-44B1-4C78-9F7A-F4DB9AF0AF8F}" type="pres">
      <dgm:prSet presAssocID="{0B7D6A3E-0051-4289-ABF3-44669ED403D9}" presName="thickLine" presStyleLbl="alignNode1" presStyleIdx="4" presStyleCnt="7"/>
      <dgm:spPr/>
    </dgm:pt>
    <dgm:pt modelId="{974C6E4E-10F6-47BE-86EC-87ED0CD99FF2}" type="pres">
      <dgm:prSet presAssocID="{0B7D6A3E-0051-4289-ABF3-44669ED403D9}" presName="horz1" presStyleCnt="0"/>
      <dgm:spPr/>
    </dgm:pt>
    <dgm:pt modelId="{4136ECB9-9C90-46D4-8117-F9D2BEB292EE}" type="pres">
      <dgm:prSet presAssocID="{0B7D6A3E-0051-4289-ABF3-44669ED403D9}" presName="tx1" presStyleLbl="revTx" presStyleIdx="4" presStyleCnt="7"/>
      <dgm:spPr/>
    </dgm:pt>
    <dgm:pt modelId="{B7DDFF55-BC63-4844-8736-9F522EDC46C0}" type="pres">
      <dgm:prSet presAssocID="{0B7D6A3E-0051-4289-ABF3-44669ED403D9}" presName="vert1" presStyleCnt="0"/>
      <dgm:spPr/>
    </dgm:pt>
    <dgm:pt modelId="{2B5EF28F-923B-436F-853B-D9906AA340AE}" type="pres">
      <dgm:prSet presAssocID="{BB727B2F-F834-405C-AF40-D22A072BD3B4}" presName="thickLine" presStyleLbl="alignNode1" presStyleIdx="5" presStyleCnt="7"/>
      <dgm:spPr/>
    </dgm:pt>
    <dgm:pt modelId="{B71D07B4-A897-4FAD-B3F9-50A929D25D67}" type="pres">
      <dgm:prSet presAssocID="{BB727B2F-F834-405C-AF40-D22A072BD3B4}" presName="horz1" presStyleCnt="0"/>
      <dgm:spPr/>
    </dgm:pt>
    <dgm:pt modelId="{265A9D53-9A0D-4789-ADD8-A55C4E563056}" type="pres">
      <dgm:prSet presAssocID="{BB727B2F-F834-405C-AF40-D22A072BD3B4}" presName="tx1" presStyleLbl="revTx" presStyleIdx="5" presStyleCnt="7"/>
      <dgm:spPr/>
    </dgm:pt>
    <dgm:pt modelId="{6B9D7AD5-47CB-4724-84AA-24FB6871794E}" type="pres">
      <dgm:prSet presAssocID="{BB727B2F-F834-405C-AF40-D22A072BD3B4}" presName="vert1" presStyleCnt="0"/>
      <dgm:spPr/>
    </dgm:pt>
    <dgm:pt modelId="{B510329B-54CB-4D04-8CC8-A4F4057570B5}" type="pres">
      <dgm:prSet presAssocID="{EA80C2F5-004D-46A1-9C1A-DA8971749329}" presName="thickLine" presStyleLbl="alignNode1" presStyleIdx="6" presStyleCnt="7"/>
      <dgm:spPr/>
    </dgm:pt>
    <dgm:pt modelId="{E8C35F76-CFD3-4DD1-9CE4-75C1BBD9EB3E}" type="pres">
      <dgm:prSet presAssocID="{EA80C2F5-004D-46A1-9C1A-DA8971749329}" presName="horz1" presStyleCnt="0"/>
      <dgm:spPr/>
    </dgm:pt>
    <dgm:pt modelId="{D361B867-9766-4594-9600-9291E2C84088}" type="pres">
      <dgm:prSet presAssocID="{EA80C2F5-004D-46A1-9C1A-DA8971749329}" presName="tx1" presStyleLbl="revTx" presStyleIdx="6" presStyleCnt="7"/>
      <dgm:spPr/>
    </dgm:pt>
    <dgm:pt modelId="{F29100AE-CCEB-4DE0-8D15-B409FA9CDC34}" type="pres">
      <dgm:prSet presAssocID="{EA80C2F5-004D-46A1-9C1A-DA8971749329}" presName="vert1" presStyleCnt="0"/>
      <dgm:spPr/>
    </dgm:pt>
  </dgm:ptLst>
  <dgm:cxnLst>
    <dgm:cxn modelId="{13C0000A-68C7-46AC-AB20-61E52CD36F50}" type="presOf" srcId="{CF8524EE-1DE0-4E05-9C6E-5E0276BEF159}" destId="{1E96F433-24C0-4D83-A0AE-992D9776CDFB}" srcOrd="0" destOrd="0" presId="urn:microsoft.com/office/officeart/2008/layout/LinedList"/>
    <dgm:cxn modelId="{E5F3101E-9F4A-4916-9B94-608B6416BFA5}" srcId="{05DE2DD4-B83F-4F1F-87AB-944B3EB6FEDC}" destId="{BB727B2F-F834-405C-AF40-D22A072BD3B4}" srcOrd="5" destOrd="0" parTransId="{529D25F8-1DDA-42BE-A25D-FE3E557A761C}" sibTransId="{38BA7BC2-AABB-4A03-9ECB-C0C8A17CD5F4}"/>
    <dgm:cxn modelId="{DE301B20-FA6A-4E34-994C-2975C88C9752}" srcId="{05DE2DD4-B83F-4F1F-87AB-944B3EB6FEDC}" destId="{EA80C2F5-004D-46A1-9C1A-DA8971749329}" srcOrd="6" destOrd="0" parTransId="{79B6ECF5-5986-449B-81E6-07B5F94C1952}" sibTransId="{89DD78BD-7670-4AEA-B1D2-69C9E919C0B1}"/>
    <dgm:cxn modelId="{F2C69620-8A84-4A50-9EA0-F8A8941D35A6}" type="presOf" srcId="{0B7D6A3E-0051-4289-ABF3-44669ED403D9}" destId="{4136ECB9-9C90-46D4-8117-F9D2BEB292EE}" srcOrd="0" destOrd="0" presId="urn:microsoft.com/office/officeart/2008/layout/LinedList"/>
    <dgm:cxn modelId="{3BA79122-F9F9-4F5C-A2AD-65121F02DED3}" srcId="{05DE2DD4-B83F-4F1F-87AB-944B3EB6FEDC}" destId="{84E7ED34-9F30-40EF-9350-26D9D89805F5}" srcOrd="0" destOrd="0" parTransId="{6D86575B-C36C-4AC2-A2B8-996D6824619F}" sibTransId="{B05700CF-9909-41C3-8028-BEF94EB99997}"/>
    <dgm:cxn modelId="{B9F67C37-F77E-4FEA-893A-28A618946991}" srcId="{05DE2DD4-B83F-4F1F-87AB-944B3EB6FEDC}" destId="{0B7D6A3E-0051-4289-ABF3-44669ED403D9}" srcOrd="4" destOrd="0" parTransId="{2BBD46ED-41C9-49AA-8997-4430BB72EFF0}" sibTransId="{7A949064-6381-45DE-BBC9-E9900DBEB24C}"/>
    <dgm:cxn modelId="{F8F3276C-CF0A-454C-87C2-36EEAF9C7F4E}" type="presOf" srcId="{EA80C2F5-004D-46A1-9C1A-DA8971749329}" destId="{D361B867-9766-4594-9600-9291E2C84088}" srcOrd="0" destOrd="0" presId="urn:microsoft.com/office/officeart/2008/layout/LinedList"/>
    <dgm:cxn modelId="{DA229C58-6B7C-4D6D-B05A-E7164401BABA}" srcId="{05DE2DD4-B83F-4F1F-87AB-944B3EB6FEDC}" destId="{8F648A74-EAE0-461D-A661-30C8A466DB50}" srcOrd="3" destOrd="0" parTransId="{D3B77D6E-674E-414F-907A-37CC9FE1AFA4}" sibTransId="{0499F437-2AC8-444E-AEA7-0222116087D9}"/>
    <dgm:cxn modelId="{E1A7E9A4-B9D9-40FF-91F6-ABEB9A80770E}" type="presOf" srcId="{7DE95989-49E4-4BEC-B2C5-0EE6277E014D}" destId="{CD83DFFB-9D83-4A2C-9140-C56F927557B4}" srcOrd="0" destOrd="0" presId="urn:microsoft.com/office/officeart/2008/layout/LinedList"/>
    <dgm:cxn modelId="{050311CC-3A08-42CA-B9E9-F2E1E412B29D}" type="presOf" srcId="{05DE2DD4-B83F-4F1F-87AB-944B3EB6FEDC}" destId="{721D566D-50C4-40F6-BD3F-31F02C582035}" srcOrd="0" destOrd="0" presId="urn:microsoft.com/office/officeart/2008/layout/LinedList"/>
    <dgm:cxn modelId="{4B0640CF-548A-44CF-88D1-4C212D6A9F3D}" type="presOf" srcId="{8F648A74-EAE0-461D-A661-30C8A466DB50}" destId="{C58F262E-7F66-45F9-8C11-6379C347D834}" srcOrd="0" destOrd="0" presId="urn:microsoft.com/office/officeart/2008/layout/LinedList"/>
    <dgm:cxn modelId="{6286F9D0-059E-4472-BE90-1601B83352B3}" type="presOf" srcId="{84E7ED34-9F30-40EF-9350-26D9D89805F5}" destId="{9007A7BE-DF84-4528-8159-FFBCCB8CF987}" srcOrd="0" destOrd="0" presId="urn:microsoft.com/office/officeart/2008/layout/LinedList"/>
    <dgm:cxn modelId="{F927C4E3-E43B-4A9A-99F6-1A9FFA5693B1}" srcId="{05DE2DD4-B83F-4F1F-87AB-944B3EB6FEDC}" destId="{7DE95989-49E4-4BEC-B2C5-0EE6277E014D}" srcOrd="2" destOrd="0" parTransId="{CCDFAFB1-D5CE-4075-8FAD-105052CCC13E}" sibTransId="{8954E25A-02B9-483E-BF1C-3FB971DE4068}"/>
    <dgm:cxn modelId="{1708E7EE-9184-4AB0-BE97-EE907E414792}" srcId="{05DE2DD4-B83F-4F1F-87AB-944B3EB6FEDC}" destId="{CF8524EE-1DE0-4E05-9C6E-5E0276BEF159}" srcOrd="1" destOrd="0" parTransId="{8E4F9638-3FA5-4312-911D-3A6EE127A916}" sibTransId="{DBCAC1A9-D4C9-46BF-93DC-5F440E309BBE}"/>
    <dgm:cxn modelId="{775D13F2-96DC-460F-9EE9-F1FA6CD08B73}" type="presOf" srcId="{BB727B2F-F834-405C-AF40-D22A072BD3B4}" destId="{265A9D53-9A0D-4789-ADD8-A55C4E563056}" srcOrd="0" destOrd="0" presId="urn:microsoft.com/office/officeart/2008/layout/LinedList"/>
    <dgm:cxn modelId="{13C09DF2-BD41-47B6-B059-6568BD4910BD}" type="presParOf" srcId="{721D566D-50C4-40F6-BD3F-31F02C582035}" destId="{1248D43E-528D-46B6-9E7E-970CB86FEDAE}" srcOrd="0" destOrd="0" presId="urn:microsoft.com/office/officeart/2008/layout/LinedList"/>
    <dgm:cxn modelId="{074925F9-5969-4CD6-A283-06A2F0F7C4C7}" type="presParOf" srcId="{721D566D-50C4-40F6-BD3F-31F02C582035}" destId="{829761B3-696E-4A24-A4A7-39070AB2A2CA}" srcOrd="1" destOrd="0" presId="urn:microsoft.com/office/officeart/2008/layout/LinedList"/>
    <dgm:cxn modelId="{50C0C998-7302-480A-8965-F4C4C6C31682}" type="presParOf" srcId="{829761B3-696E-4A24-A4A7-39070AB2A2CA}" destId="{9007A7BE-DF84-4528-8159-FFBCCB8CF987}" srcOrd="0" destOrd="0" presId="urn:microsoft.com/office/officeart/2008/layout/LinedList"/>
    <dgm:cxn modelId="{A15D21F7-3C51-4DAD-9901-58AD8EFB096E}" type="presParOf" srcId="{829761B3-696E-4A24-A4A7-39070AB2A2CA}" destId="{EFE0DC84-26FD-475B-9BAD-798235B29B96}" srcOrd="1" destOrd="0" presId="urn:microsoft.com/office/officeart/2008/layout/LinedList"/>
    <dgm:cxn modelId="{BFB3760C-CC4F-4809-970B-3ACDE5DD8DBA}" type="presParOf" srcId="{721D566D-50C4-40F6-BD3F-31F02C582035}" destId="{26F558BA-B0BB-431E-B340-563D1179E55B}" srcOrd="2" destOrd="0" presId="urn:microsoft.com/office/officeart/2008/layout/LinedList"/>
    <dgm:cxn modelId="{0A8617EC-6F7C-4092-A807-544C2E13F2A0}" type="presParOf" srcId="{721D566D-50C4-40F6-BD3F-31F02C582035}" destId="{4354FFE7-78B1-4EE0-93DA-612EF6AA966F}" srcOrd="3" destOrd="0" presId="urn:microsoft.com/office/officeart/2008/layout/LinedList"/>
    <dgm:cxn modelId="{03999AAC-6F72-418C-9600-C5FADF77ACBB}" type="presParOf" srcId="{4354FFE7-78B1-4EE0-93DA-612EF6AA966F}" destId="{1E96F433-24C0-4D83-A0AE-992D9776CDFB}" srcOrd="0" destOrd="0" presId="urn:microsoft.com/office/officeart/2008/layout/LinedList"/>
    <dgm:cxn modelId="{D26C055A-8108-4067-BB27-C28DFA56FD16}" type="presParOf" srcId="{4354FFE7-78B1-4EE0-93DA-612EF6AA966F}" destId="{A514733E-831C-4530-A83C-A935350666FD}" srcOrd="1" destOrd="0" presId="urn:microsoft.com/office/officeart/2008/layout/LinedList"/>
    <dgm:cxn modelId="{712BF2ED-6505-45C3-914B-7C8C3CF6A398}" type="presParOf" srcId="{721D566D-50C4-40F6-BD3F-31F02C582035}" destId="{4422034C-C80D-4F32-A231-85B55A8E9401}" srcOrd="4" destOrd="0" presId="urn:microsoft.com/office/officeart/2008/layout/LinedList"/>
    <dgm:cxn modelId="{494BD320-3821-495D-B335-A5038D0CB7A0}" type="presParOf" srcId="{721D566D-50C4-40F6-BD3F-31F02C582035}" destId="{67E3D5F9-BDF0-40B9-8BC1-D2F952D920BD}" srcOrd="5" destOrd="0" presId="urn:microsoft.com/office/officeart/2008/layout/LinedList"/>
    <dgm:cxn modelId="{9E7AE082-21AB-4D50-AB48-678C026A6598}" type="presParOf" srcId="{67E3D5F9-BDF0-40B9-8BC1-D2F952D920BD}" destId="{CD83DFFB-9D83-4A2C-9140-C56F927557B4}" srcOrd="0" destOrd="0" presId="urn:microsoft.com/office/officeart/2008/layout/LinedList"/>
    <dgm:cxn modelId="{F61FF788-FBAA-4420-A3A6-3E6807AF5E7C}" type="presParOf" srcId="{67E3D5F9-BDF0-40B9-8BC1-D2F952D920BD}" destId="{0ED965C4-FE96-4641-B5F0-846ADD9ABEF2}" srcOrd="1" destOrd="0" presId="urn:microsoft.com/office/officeart/2008/layout/LinedList"/>
    <dgm:cxn modelId="{0EF43707-993C-4256-8DEA-A5E4DB20A435}" type="presParOf" srcId="{721D566D-50C4-40F6-BD3F-31F02C582035}" destId="{D3C2A709-AF9D-4434-909A-C1685EEF74E3}" srcOrd="6" destOrd="0" presId="urn:microsoft.com/office/officeart/2008/layout/LinedList"/>
    <dgm:cxn modelId="{63FDF124-FEC2-4273-848E-64CF445246B5}" type="presParOf" srcId="{721D566D-50C4-40F6-BD3F-31F02C582035}" destId="{EDFAA9FE-ABD0-484A-A84C-E312C6F26C04}" srcOrd="7" destOrd="0" presId="urn:microsoft.com/office/officeart/2008/layout/LinedList"/>
    <dgm:cxn modelId="{38B7899F-DBF9-4FE4-AF97-8B50E4ECA774}" type="presParOf" srcId="{EDFAA9FE-ABD0-484A-A84C-E312C6F26C04}" destId="{C58F262E-7F66-45F9-8C11-6379C347D834}" srcOrd="0" destOrd="0" presId="urn:microsoft.com/office/officeart/2008/layout/LinedList"/>
    <dgm:cxn modelId="{AD179756-D17B-436A-B0EA-E61AD48E919A}" type="presParOf" srcId="{EDFAA9FE-ABD0-484A-A84C-E312C6F26C04}" destId="{7C7AD787-CDC4-40B1-8945-A62DE6EAE018}" srcOrd="1" destOrd="0" presId="urn:microsoft.com/office/officeart/2008/layout/LinedList"/>
    <dgm:cxn modelId="{DFE64544-8FAA-4DCE-82C3-A323AC6F8A23}" type="presParOf" srcId="{721D566D-50C4-40F6-BD3F-31F02C582035}" destId="{6954D581-44B1-4C78-9F7A-F4DB9AF0AF8F}" srcOrd="8" destOrd="0" presId="urn:microsoft.com/office/officeart/2008/layout/LinedList"/>
    <dgm:cxn modelId="{1685FA0A-5D19-478E-864B-DA65B6A93943}" type="presParOf" srcId="{721D566D-50C4-40F6-BD3F-31F02C582035}" destId="{974C6E4E-10F6-47BE-86EC-87ED0CD99FF2}" srcOrd="9" destOrd="0" presId="urn:microsoft.com/office/officeart/2008/layout/LinedList"/>
    <dgm:cxn modelId="{35A84973-DD98-4BFE-8882-00BC1ADD90BA}" type="presParOf" srcId="{974C6E4E-10F6-47BE-86EC-87ED0CD99FF2}" destId="{4136ECB9-9C90-46D4-8117-F9D2BEB292EE}" srcOrd="0" destOrd="0" presId="urn:microsoft.com/office/officeart/2008/layout/LinedList"/>
    <dgm:cxn modelId="{B384B1FB-D040-4D8B-8414-6456A9F08D87}" type="presParOf" srcId="{974C6E4E-10F6-47BE-86EC-87ED0CD99FF2}" destId="{B7DDFF55-BC63-4844-8736-9F522EDC46C0}" srcOrd="1" destOrd="0" presId="urn:microsoft.com/office/officeart/2008/layout/LinedList"/>
    <dgm:cxn modelId="{8941649B-52DB-48F8-A534-4F6D0169DB02}" type="presParOf" srcId="{721D566D-50C4-40F6-BD3F-31F02C582035}" destId="{2B5EF28F-923B-436F-853B-D9906AA340AE}" srcOrd="10" destOrd="0" presId="urn:microsoft.com/office/officeart/2008/layout/LinedList"/>
    <dgm:cxn modelId="{CEEF58C5-9943-418D-B068-C46B98E1F9C1}" type="presParOf" srcId="{721D566D-50C4-40F6-BD3F-31F02C582035}" destId="{B71D07B4-A897-4FAD-B3F9-50A929D25D67}" srcOrd="11" destOrd="0" presId="urn:microsoft.com/office/officeart/2008/layout/LinedList"/>
    <dgm:cxn modelId="{297D7985-5B16-4DF7-B4CC-DD7060B9E8D0}" type="presParOf" srcId="{B71D07B4-A897-4FAD-B3F9-50A929D25D67}" destId="{265A9D53-9A0D-4789-ADD8-A55C4E563056}" srcOrd="0" destOrd="0" presId="urn:microsoft.com/office/officeart/2008/layout/LinedList"/>
    <dgm:cxn modelId="{990DFF5D-C283-41BC-BA2B-FDB1412225BB}" type="presParOf" srcId="{B71D07B4-A897-4FAD-B3F9-50A929D25D67}" destId="{6B9D7AD5-47CB-4724-84AA-24FB6871794E}" srcOrd="1" destOrd="0" presId="urn:microsoft.com/office/officeart/2008/layout/LinedList"/>
    <dgm:cxn modelId="{F98B6F08-B5DB-4D72-AE98-4BDD1C621116}" type="presParOf" srcId="{721D566D-50C4-40F6-BD3F-31F02C582035}" destId="{B510329B-54CB-4D04-8CC8-A4F4057570B5}" srcOrd="12" destOrd="0" presId="urn:microsoft.com/office/officeart/2008/layout/LinedList"/>
    <dgm:cxn modelId="{5C4A252C-EDC8-4244-BC68-309DFB7A360C}" type="presParOf" srcId="{721D566D-50C4-40F6-BD3F-31F02C582035}" destId="{E8C35F76-CFD3-4DD1-9CE4-75C1BBD9EB3E}" srcOrd="13" destOrd="0" presId="urn:microsoft.com/office/officeart/2008/layout/LinedList"/>
    <dgm:cxn modelId="{1474DAF9-CB4E-4DC8-B5F5-633D0426FFE4}" type="presParOf" srcId="{E8C35F76-CFD3-4DD1-9CE4-75C1BBD9EB3E}" destId="{D361B867-9766-4594-9600-9291E2C84088}" srcOrd="0" destOrd="0" presId="urn:microsoft.com/office/officeart/2008/layout/LinedList"/>
    <dgm:cxn modelId="{1EF1141E-87F1-4234-8C84-7547CF307DAC}" type="presParOf" srcId="{E8C35F76-CFD3-4DD1-9CE4-75C1BBD9EB3E}" destId="{F29100AE-CCEB-4DE0-8D15-B409FA9CDC3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A787DD-E1A1-47E5-8AC9-A07E80D18657}">
      <dsp:nvSpPr>
        <dsp:cNvPr id="0" name=""/>
        <dsp:cNvSpPr/>
      </dsp:nvSpPr>
      <dsp:spPr>
        <a:xfrm>
          <a:off x="0" y="554"/>
          <a:ext cx="59599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6FC00C-4CA1-41D0-A4F1-1A017A815FDF}">
      <dsp:nvSpPr>
        <dsp:cNvPr id="0" name=""/>
        <dsp:cNvSpPr/>
      </dsp:nvSpPr>
      <dsp:spPr>
        <a:xfrm>
          <a:off x="0" y="554"/>
          <a:ext cx="5959901" cy="648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Sagona Book"/>
            </a:rPr>
            <a:t>Healing from a distance.</a:t>
          </a:r>
          <a:endParaRPr lang="en-US" sz="1800" kern="1200">
            <a:latin typeface="Sagona Book"/>
          </a:endParaRPr>
        </a:p>
      </dsp:txBody>
      <dsp:txXfrm>
        <a:off x="0" y="554"/>
        <a:ext cx="5959901" cy="648813"/>
      </dsp:txXfrm>
    </dsp:sp>
    <dsp:sp modelId="{56BAF160-8185-4BEE-A195-D11B10156058}">
      <dsp:nvSpPr>
        <dsp:cNvPr id="0" name=""/>
        <dsp:cNvSpPr/>
      </dsp:nvSpPr>
      <dsp:spPr>
        <a:xfrm>
          <a:off x="0" y="649368"/>
          <a:ext cx="59599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DAB471-8977-4286-A903-21FE5F5B9630}">
      <dsp:nvSpPr>
        <dsp:cNvPr id="0" name=""/>
        <dsp:cNvSpPr/>
      </dsp:nvSpPr>
      <dsp:spPr>
        <a:xfrm>
          <a:off x="0" y="649368"/>
          <a:ext cx="5959901" cy="648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Sagona Book"/>
            </a:rPr>
            <a:t>Consist</a:t>
          </a:r>
          <a:r>
            <a:rPr lang="en-GB" sz="1800" kern="1200"/>
            <a:t> of  telemedicine platform , telemedicine software and communication media</a:t>
          </a:r>
          <a:endParaRPr lang="en-US" sz="1800" kern="1200"/>
        </a:p>
      </dsp:txBody>
      <dsp:txXfrm>
        <a:off x="0" y="649368"/>
        <a:ext cx="5959901" cy="648813"/>
      </dsp:txXfrm>
    </dsp:sp>
    <dsp:sp modelId="{8287D0F8-D4BC-437B-8F53-DB4024A9AB5D}">
      <dsp:nvSpPr>
        <dsp:cNvPr id="0" name=""/>
        <dsp:cNvSpPr/>
      </dsp:nvSpPr>
      <dsp:spPr>
        <a:xfrm>
          <a:off x="0" y="1298181"/>
          <a:ext cx="59599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048778-B20E-4FE0-A7BC-7021EC3E4C07}">
      <dsp:nvSpPr>
        <dsp:cNvPr id="0" name=""/>
        <dsp:cNvSpPr/>
      </dsp:nvSpPr>
      <dsp:spPr>
        <a:xfrm>
          <a:off x="0" y="1298181"/>
          <a:ext cx="5959901" cy="648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Real- time </a:t>
          </a:r>
          <a:r>
            <a:rPr lang="en-GB" sz="1800" kern="1200">
              <a:latin typeface="Sagona Book"/>
            </a:rPr>
            <a:t>video</a:t>
          </a:r>
          <a:r>
            <a:rPr lang="en-GB" sz="1800" kern="1200"/>
            <a:t> communication.</a:t>
          </a:r>
          <a:endParaRPr lang="en-US" sz="1800" kern="1200"/>
        </a:p>
      </dsp:txBody>
      <dsp:txXfrm>
        <a:off x="0" y="1298181"/>
        <a:ext cx="5959901" cy="648813"/>
      </dsp:txXfrm>
    </dsp:sp>
    <dsp:sp modelId="{284032A3-A9BF-408E-B89E-E44A546A614C}">
      <dsp:nvSpPr>
        <dsp:cNvPr id="0" name=""/>
        <dsp:cNvSpPr/>
      </dsp:nvSpPr>
      <dsp:spPr>
        <a:xfrm>
          <a:off x="0" y="1946995"/>
          <a:ext cx="59599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B27FD9-2A13-401E-A453-4EA65425984F}">
      <dsp:nvSpPr>
        <dsp:cNvPr id="0" name=""/>
        <dsp:cNvSpPr/>
      </dsp:nvSpPr>
      <dsp:spPr>
        <a:xfrm>
          <a:off x="0" y="1946995"/>
          <a:ext cx="5959901" cy="648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Reduce the extra strain to travel</a:t>
          </a:r>
          <a:endParaRPr lang="en-US" sz="1800" kern="1200"/>
        </a:p>
      </dsp:txBody>
      <dsp:txXfrm>
        <a:off x="0" y="1946995"/>
        <a:ext cx="5959901" cy="648813"/>
      </dsp:txXfrm>
    </dsp:sp>
    <dsp:sp modelId="{0C0C5AA7-2AE9-4455-AD8A-A3B15CB0FF38}">
      <dsp:nvSpPr>
        <dsp:cNvPr id="0" name=""/>
        <dsp:cNvSpPr/>
      </dsp:nvSpPr>
      <dsp:spPr>
        <a:xfrm>
          <a:off x="0" y="2595808"/>
          <a:ext cx="59599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B4843C-66F5-40D8-8A98-063F406CCA8D}">
      <dsp:nvSpPr>
        <dsp:cNvPr id="0" name=""/>
        <dsp:cNvSpPr/>
      </dsp:nvSpPr>
      <dsp:spPr>
        <a:xfrm>
          <a:off x="0" y="2595808"/>
          <a:ext cx="5959901" cy="648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/>
            <a:t>Reduce cost of treatment</a:t>
          </a:r>
          <a:endParaRPr lang="en-US" sz="1800" kern="1200"/>
        </a:p>
      </dsp:txBody>
      <dsp:txXfrm>
        <a:off x="0" y="2595808"/>
        <a:ext cx="5959901" cy="648813"/>
      </dsp:txXfrm>
    </dsp:sp>
    <dsp:sp modelId="{986C663F-2D53-4022-9193-2D83987715DC}">
      <dsp:nvSpPr>
        <dsp:cNvPr id="0" name=""/>
        <dsp:cNvSpPr/>
      </dsp:nvSpPr>
      <dsp:spPr>
        <a:xfrm>
          <a:off x="0" y="3244622"/>
          <a:ext cx="59599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C0407B-EED5-4D61-8460-778D6FE6D1B9}">
      <dsp:nvSpPr>
        <dsp:cNvPr id="0" name=""/>
        <dsp:cNvSpPr/>
      </dsp:nvSpPr>
      <dsp:spPr>
        <a:xfrm>
          <a:off x="0" y="3244622"/>
          <a:ext cx="5959901" cy="648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Sagona Book"/>
            </a:rPr>
            <a:t>Remote patient monitoring</a:t>
          </a:r>
        </a:p>
      </dsp:txBody>
      <dsp:txXfrm>
        <a:off x="0" y="3244622"/>
        <a:ext cx="5959901" cy="648813"/>
      </dsp:txXfrm>
    </dsp:sp>
    <dsp:sp modelId="{D7529995-2321-4619-AE1B-44EBE4D19397}">
      <dsp:nvSpPr>
        <dsp:cNvPr id="0" name=""/>
        <dsp:cNvSpPr/>
      </dsp:nvSpPr>
      <dsp:spPr>
        <a:xfrm>
          <a:off x="0" y="3893435"/>
          <a:ext cx="5959901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63C933-7B52-4462-AC63-C16094433F3C}">
      <dsp:nvSpPr>
        <dsp:cNvPr id="0" name=""/>
        <dsp:cNvSpPr/>
      </dsp:nvSpPr>
      <dsp:spPr>
        <a:xfrm>
          <a:off x="0" y="3893435"/>
          <a:ext cx="5959901" cy="6488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>
              <a:latin typeface="Sagona Book"/>
            </a:rPr>
            <a:t>Store and forward</a:t>
          </a:r>
        </a:p>
      </dsp:txBody>
      <dsp:txXfrm>
        <a:off x="0" y="3893435"/>
        <a:ext cx="5959901" cy="6488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F9716-D0F7-4E4C-81CB-D26839357085}">
      <dsp:nvSpPr>
        <dsp:cNvPr id="0" name=""/>
        <dsp:cNvSpPr/>
      </dsp:nvSpPr>
      <dsp:spPr>
        <a:xfrm>
          <a:off x="541534" y="0"/>
          <a:ext cx="4699380" cy="469938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173115D-2858-4F7D-B735-E135E7D2449D}">
      <dsp:nvSpPr>
        <dsp:cNvPr id="0" name=""/>
        <dsp:cNvSpPr/>
      </dsp:nvSpPr>
      <dsp:spPr>
        <a:xfrm>
          <a:off x="987975" y="446441"/>
          <a:ext cx="1832758" cy="183275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Sagona Book"/>
            </a:rPr>
            <a:t>Complete documentation of each patient.</a:t>
          </a:r>
        </a:p>
      </dsp:txBody>
      <dsp:txXfrm>
        <a:off x="1077443" y="535909"/>
        <a:ext cx="1653822" cy="1653822"/>
      </dsp:txXfrm>
    </dsp:sp>
    <dsp:sp modelId="{30B27F8A-8A63-43C3-8174-44DA4903590E}">
      <dsp:nvSpPr>
        <dsp:cNvPr id="0" name=""/>
        <dsp:cNvSpPr/>
      </dsp:nvSpPr>
      <dsp:spPr>
        <a:xfrm>
          <a:off x="2961715" y="446441"/>
          <a:ext cx="1832758" cy="183275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Sagona Book"/>
            </a:rPr>
            <a:t>Tracking</a:t>
          </a:r>
          <a:r>
            <a:rPr lang="en-GB" sz="1600" kern="1200" dirty="0"/>
            <a:t> patients needed follow up.</a:t>
          </a:r>
          <a:endParaRPr lang="en-US" sz="1600" kern="1200" dirty="0"/>
        </a:p>
      </dsp:txBody>
      <dsp:txXfrm>
        <a:off x="3051183" y="535909"/>
        <a:ext cx="1653822" cy="1653822"/>
      </dsp:txXfrm>
    </dsp:sp>
    <dsp:sp modelId="{795F1EBB-C3EE-49FA-BA40-51A189491CCA}">
      <dsp:nvSpPr>
        <dsp:cNvPr id="0" name=""/>
        <dsp:cNvSpPr/>
      </dsp:nvSpPr>
      <dsp:spPr>
        <a:xfrm>
          <a:off x="987975" y="2420180"/>
          <a:ext cx="1832758" cy="183275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Secure and confidential method of keeping records.</a:t>
          </a:r>
        </a:p>
      </dsp:txBody>
      <dsp:txXfrm>
        <a:off x="1077443" y="2509648"/>
        <a:ext cx="1653822" cy="1653822"/>
      </dsp:txXfrm>
    </dsp:sp>
    <dsp:sp modelId="{FEC3E093-8475-4C55-8DD0-CC07FA7746DA}">
      <dsp:nvSpPr>
        <dsp:cNvPr id="0" name=""/>
        <dsp:cNvSpPr/>
      </dsp:nvSpPr>
      <dsp:spPr>
        <a:xfrm>
          <a:off x="2961715" y="2420180"/>
          <a:ext cx="1832758" cy="183275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latin typeface="Sagona Book"/>
            </a:rPr>
            <a:t>Improved patient care.</a:t>
          </a:r>
        </a:p>
      </dsp:txBody>
      <dsp:txXfrm>
        <a:off x="3051183" y="2509648"/>
        <a:ext cx="1653822" cy="165382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48D43E-528D-46B6-9E7E-970CB86FEDAE}">
      <dsp:nvSpPr>
        <dsp:cNvPr id="0" name=""/>
        <dsp:cNvSpPr/>
      </dsp:nvSpPr>
      <dsp:spPr>
        <a:xfrm>
          <a:off x="0" y="455"/>
          <a:ext cx="4987488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07A7BE-DF84-4528-8159-FFBCCB8CF987}">
      <dsp:nvSpPr>
        <dsp:cNvPr id="0" name=""/>
        <dsp:cNvSpPr/>
      </dsp:nvSpPr>
      <dsp:spPr>
        <a:xfrm>
          <a:off x="0" y="455"/>
          <a:ext cx="4987488" cy="532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Medical training</a:t>
          </a:r>
          <a:endParaRPr lang="en-US" sz="2100" kern="1200"/>
        </a:p>
      </dsp:txBody>
      <dsp:txXfrm>
        <a:off x="0" y="455"/>
        <a:ext cx="4987488" cy="532528"/>
      </dsp:txXfrm>
    </dsp:sp>
    <dsp:sp modelId="{26F558BA-B0BB-431E-B340-563D1179E55B}">
      <dsp:nvSpPr>
        <dsp:cNvPr id="0" name=""/>
        <dsp:cNvSpPr/>
      </dsp:nvSpPr>
      <dsp:spPr>
        <a:xfrm>
          <a:off x="0" y="532984"/>
          <a:ext cx="4987488" cy="0"/>
        </a:xfrm>
        <a:prstGeom prst="line">
          <a:avLst/>
        </a:prstGeom>
        <a:gradFill rotWithShape="0">
          <a:gsLst>
            <a:gs pos="0">
              <a:schemeClr val="accent5">
                <a:hueOff val="-788934"/>
                <a:satOff val="-4334"/>
                <a:lumOff val="-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788934"/>
                <a:satOff val="-4334"/>
                <a:lumOff val="-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788934"/>
                <a:satOff val="-4334"/>
                <a:lumOff val="-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788934"/>
              <a:satOff val="-4334"/>
              <a:lumOff val="-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E96F433-24C0-4D83-A0AE-992D9776CDFB}">
      <dsp:nvSpPr>
        <dsp:cNvPr id="0" name=""/>
        <dsp:cNvSpPr/>
      </dsp:nvSpPr>
      <dsp:spPr>
        <a:xfrm>
          <a:off x="0" y="532984"/>
          <a:ext cx="4987488" cy="532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Patient education</a:t>
          </a:r>
          <a:endParaRPr lang="en-US" sz="2100" kern="1200"/>
        </a:p>
      </dsp:txBody>
      <dsp:txXfrm>
        <a:off x="0" y="532984"/>
        <a:ext cx="4987488" cy="532528"/>
      </dsp:txXfrm>
    </dsp:sp>
    <dsp:sp modelId="{4422034C-C80D-4F32-A231-85B55A8E9401}">
      <dsp:nvSpPr>
        <dsp:cNvPr id="0" name=""/>
        <dsp:cNvSpPr/>
      </dsp:nvSpPr>
      <dsp:spPr>
        <a:xfrm>
          <a:off x="0" y="1065513"/>
          <a:ext cx="4987488" cy="0"/>
        </a:xfrm>
        <a:prstGeom prst="line">
          <a:avLst/>
        </a:prstGeom>
        <a:gradFill rotWithShape="0">
          <a:gsLst>
            <a:gs pos="0">
              <a:schemeClr val="accent5">
                <a:hueOff val="-1577868"/>
                <a:satOff val="-8668"/>
                <a:lumOff val="-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577868"/>
                <a:satOff val="-8668"/>
                <a:lumOff val="-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577868"/>
                <a:satOff val="-8668"/>
                <a:lumOff val="-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1577868"/>
              <a:satOff val="-8668"/>
              <a:lumOff val="-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D83DFFB-9D83-4A2C-9140-C56F927557B4}">
      <dsp:nvSpPr>
        <dsp:cNvPr id="0" name=""/>
        <dsp:cNvSpPr/>
      </dsp:nvSpPr>
      <dsp:spPr>
        <a:xfrm>
          <a:off x="0" y="1065513"/>
          <a:ext cx="4987488" cy="532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Pain management  and physical therapy</a:t>
          </a:r>
          <a:endParaRPr lang="en-US" sz="2100" kern="1200"/>
        </a:p>
      </dsp:txBody>
      <dsp:txXfrm>
        <a:off x="0" y="1065513"/>
        <a:ext cx="4987488" cy="532528"/>
      </dsp:txXfrm>
    </dsp:sp>
    <dsp:sp modelId="{D3C2A709-AF9D-4434-909A-C1685EEF74E3}">
      <dsp:nvSpPr>
        <dsp:cNvPr id="0" name=""/>
        <dsp:cNvSpPr/>
      </dsp:nvSpPr>
      <dsp:spPr>
        <a:xfrm>
          <a:off x="0" y="1598042"/>
          <a:ext cx="4987488" cy="0"/>
        </a:xfrm>
        <a:prstGeom prst="line">
          <a:avLst/>
        </a:prstGeom>
        <a:gradFill rotWithShape="0">
          <a:gsLst>
            <a:gs pos="0">
              <a:schemeClr val="accent5">
                <a:hueOff val="-2366803"/>
                <a:satOff val="-13001"/>
                <a:lumOff val="-1294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366803"/>
                <a:satOff val="-13001"/>
                <a:lumOff val="-1294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366803"/>
                <a:satOff val="-13001"/>
                <a:lumOff val="-1294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2366803"/>
              <a:satOff val="-13001"/>
              <a:lumOff val="-1294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58F262E-7F66-45F9-8C11-6379C347D834}">
      <dsp:nvSpPr>
        <dsp:cNvPr id="0" name=""/>
        <dsp:cNvSpPr/>
      </dsp:nvSpPr>
      <dsp:spPr>
        <a:xfrm>
          <a:off x="0" y="1598042"/>
          <a:ext cx="4987488" cy="532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Mental health and psychological therapy</a:t>
          </a:r>
          <a:endParaRPr lang="en-US" sz="2100" kern="1200"/>
        </a:p>
      </dsp:txBody>
      <dsp:txXfrm>
        <a:off x="0" y="1598042"/>
        <a:ext cx="4987488" cy="532528"/>
      </dsp:txXfrm>
    </dsp:sp>
    <dsp:sp modelId="{6954D581-44B1-4C78-9F7A-F4DB9AF0AF8F}">
      <dsp:nvSpPr>
        <dsp:cNvPr id="0" name=""/>
        <dsp:cNvSpPr/>
      </dsp:nvSpPr>
      <dsp:spPr>
        <a:xfrm>
          <a:off x="0" y="2130570"/>
          <a:ext cx="4987488" cy="0"/>
        </a:xfrm>
        <a:prstGeom prst="line">
          <a:avLst/>
        </a:prstGeom>
        <a:gradFill rotWithShape="0">
          <a:gsLst>
            <a:gs pos="0">
              <a:schemeClr val="accent5">
                <a:hueOff val="-3155737"/>
                <a:satOff val="-17335"/>
                <a:lumOff val="-1725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155737"/>
                <a:satOff val="-17335"/>
                <a:lumOff val="-1725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155737"/>
                <a:satOff val="-17335"/>
                <a:lumOff val="-1725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3155737"/>
              <a:satOff val="-17335"/>
              <a:lumOff val="-17256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136ECB9-9C90-46D4-8117-F9D2BEB292EE}">
      <dsp:nvSpPr>
        <dsp:cNvPr id="0" name=""/>
        <dsp:cNvSpPr/>
      </dsp:nvSpPr>
      <dsp:spPr>
        <a:xfrm>
          <a:off x="0" y="2130570"/>
          <a:ext cx="4987488" cy="532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Disease awareness</a:t>
          </a:r>
          <a:endParaRPr lang="en-US" sz="2100" kern="1200"/>
        </a:p>
      </dsp:txBody>
      <dsp:txXfrm>
        <a:off x="0" y="2130570"/>
        <a:ext cx="4987488" cy="532528"/>
      </dsp:txXfrm>
    </dsp:sp>
    <dsp:sp modelId="{2B5EF28F-923B-436F-853B-D9906AA340AE}">
      <dsp:nvSpPr>
        <dsp:cNvPr id="0" name=""/>
        <dsp:cNvSpPr/>
      </dsp:nvSpPr>
      <dsp:spPr>
        <a:xfrm>
          <a:off x="0" y="2663099"/>
          <a:ext cx="4987488" cy="0"/>
        </a:xfrm>
        <a:prstGeom prst="line">
          <a:avLst/>
        </a:prstGeom>
        <a:gradFill rotWithShape="0">
          <a:gsLst>
            <a:gs pos="0">
              <a:schemeClr val="accent5">
                <a:hueOff val="-3944671"/>
                <a:satOff val="-21669"/>
                <a:lumOff val="-215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3944671"/>
                <a:satOff val="-21669"/>
                <a:lumOff val="-215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3944671"/>
                <a:satOff val="-21669"/>
                <a:lumOff val="-215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3944671"/>
              <a:satOff val="-21669"/>
              <a:lumOff val="-2157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5A9D53-9A0D-4789-ADD8-A55C4E563056}">
      <dsp:nvSpPr>
        <dsp:cNvPr id="0" name=""/>
        <dsp:cNvSpPr/>
      </dsp:nvSpPr>
      <dsp:spPr>
        <a:xfrm>
          <a:off x="0" y="2663099"/>
          <a:ext cx="4987488" cy="532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VR in surgery</a:t>
          </a:r>
          <a:endParaRPr lang="en-US" sz="2100" kern="1200"/>
        </a:p>
      </dsp:txBody>
      <dsp:txXfrm>
        <a:off x="0" y="2663099"/>
        <a:ext cx="4987488" cy="532528"/>
      </dsp:txXfrm>
    </dsp:sp>
    <dsp:sp modelId="{B510329B-54CB-4D04-8CC8-A4F4057570B5}">
      <dsp:nvSpPr>
        <dsp:cNvPr id="0" name=""/>
        <dsp:cNvSpPr/>
      </dsp:nvSpPr>
      <dsp:spPr>
        <a:xfrm>
          <a:off x="0" y="3195628"/>
          <a:ext cx="4987488" cy="0"/>
        </a:xfrm>
        <a:prstGeom prst="line">
          <a:avLst/>
        </a:prstGeom>
        <a:gradFill rotWithShape="0">
          <a:gsLst>
            <a:gs pos="0">
              <a:schemeClr val="accent5">
                <a:hueOff val="-4733605"/>
                <a:satOff val="-26003"/>
                <a:lumOff val="-2588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733605"/>
                <a:satOff val="-26003"/>
                <a:lumOff val="-2588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733605"/>
                <a:satOff val="-26003"/>
                <a:lumOff val="-2588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5">
              <a:hueOff val="-4733605"/>
              <a:satOff val="-26003"/>
              <a:lumOff val="-2588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361B867-9766-4594-9600-9291E2C84088}">
      <dsp:nvSpPr>
        <dsp:cNvPr id="0" name=""/>
        <dsp:cNvSpPr/>
      </dsp:nvSpPr>
      <dsp:spPr>
        <a:xfrm>
          <a:off x="0" y="3195628"/>
          <a:ext cx="4987488" cy="5325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Autism treatment</a:t>
          </a:r>
          <a:endParaRPr lang="en-US" sz="2100" kern="1200"/>
        </a:p>
      </dsp:txBody>
      <dsp:txXfrm>
        <a:off x="0" y="3195628"/>
        <a:ext cx="4987488" cy="5325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02952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657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25407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92688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481356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934362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166356"/>
      </p:ext>
    </p:extLst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584371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81863"/>
      </p:ext>
    </p:extLst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5841"/>
      </p:ext>
    </p:extLst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5/28/2021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48584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GB" smtClean="0"/>
              <a:t>28/05/2021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5/28/2021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43" r:id="rId6"/>
    <p:sldLayoutId id="2147483739" r:id="rId7"/>
    <p:sldLayoutId id="2147483740" r:id="rId8"/>
    <p:sldLayoutId id="2147483741" r:id="rId9"/>
    <p:sldLayoutId id="2147483742" r:id="rId10"/>
    <p:sldLayoutId id="2147483744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13" Type="http://schemas.openxmlformats.org/officeDocument/2006/relationships/image" Target="../media/image9.png"/><Relationship Id="rId18" Type="http://schemas.openxmlformats.org/officeDocument/2006/relationships/image" Target="../media/image14.svg"/><Relationship Id="rId3" Type="http://schemas.openxmlformats.org/officeDocument/2006/relationships/diagramLayout" Target="../diagrams/layout1.xml"/><Relationship Id="rId21" Type="http://schemas.openxmlformats.org/officeDocument/2006/relationships/image" Target="../media/image17.png"/><Relationship Id="rId7" Type="http://schemas.openxmlformats.org/officeDocument/2006/relationships/image" Target="../media/image3.png"/><Relationship Id="rId12" Type="http://schemas.openxmlformats.org/officeDocument/2006/relationships/image" Target="../media/image8.svg"/><Relationship Id="rId17" Type="http://schemas.openxmlformats.org/officeDocument/2006/relationships/image" Target="../media/image13.png"/><Relationship Id="rId2" Type="http://schemas.openxmlformats.org/officeDocument/2006/relationships/diagramData" Target="../diagrams/data1.xml"/><Relationship Id="rId16" Type="http://schemas.openxmlformats.org/officeDocument/2006/relationships/image" Target="../media/image12.svg"/><Relationship Id="rId20" Type="http://schemas.openxmlformats.org/officeDocument/2006/relationships/image" Target="../media/image16.svg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11" Type="http://schemas.openxmlformats.org/officeDocument/2006/relationships/image" Target="../media/image7.png"/><Relationship Id="rId5" Type="http://schemas.openxmlformats.org/officeDocument/2006/relationships/diagramColors" Target="../diagrams/colors1.xml"/><Relationship Id="rId15" Type="http://schemas.openxmlformats.org/officeDocument/2006/relationships/image" Target="../media/image11.png"/><Relationship Id="rId10" Type="http://schemas.openxmlformats.org/officeDocument/2006/relationships/image" Target="../media/image6.svg"/><Relationship Id="rId19" Type="http://schemas.openxmlformats.org/officeDocument/2006/relationships/image" Target="../media/image15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5.png"/><Relationship Id="rId1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omedcentral.com" TargetMode="External"/><Relationship Id="rId2" Type="http://schemas.openxmlformats.org/officeDocument/2006/relationships/hyperlink" Target="https://industrywired.com" TargetMode="Externa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.jpeg"/><Relationship Id="rId5" Type="http://schemas.openxmlformats.org/officeDocument/2006/relationships/hyperlink" Target="https://harvardpublichealthreview.org/" TargetMode="External"/><Relationship Id="rId4" Type="http://schemas.openxmlformats.org/officeDocument/2006/relationships/hyperlink" Target="https://theconversation.co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0" name="Rectangle 112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1" name="Rectangle 114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2" name="Rectangle 116">
            <a:extLst>
              <a:ext uri="{FF2B5EF4-FFF2-40B4-BE49-F238E27FC236}">
                <a16:creationId xmlns:a16="http://schemas.microsoft.com/office/drawing/2014/main" id="{60E728E6-A07E-4A6C-AB92-D56E1402F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6" descr="A picture containing text, person, computer, indoor&#10;&#10;Description automatically generated">
            <a:extLst>
              <a:ext uri="{FF2B5EF4-FFF2-40B4-BE49-F238E27FC236}">
                <a16:creationId xmlns:a16="http://schemas.microsoft.com/office/drawing/2014/main" id="{12207FCD-4FFD-49E4-B736-479417040D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70000"/>
          </a:blip>
          <a:srcRect t="3429" r="-1" b="-1"/>
          <a:stretch/>
        </p:blipFill>
        <p:spPr>
          <a:xfrm>
            <a:off x="-912" y="10448"/>
            <a:ext cx="12179407" cy="68280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9" y="1371554"/>
            <a:ext cx="10190071" cy="1364680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rgbClr val="FFFFFF"/>
                </a:solidFill>
              </a:rPr>
              <a:t>PROFESSIONAL COMMUNICATION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3933" y="3336355"/>
            <a:ext cx="9790852" cy="8278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rgbClr val="FFFFFF"/>
                </a:solidFill>
                <a:cs typeface="Arial"/>
              </a:rPr>
              <a:t>COMPUTER SCIENCE IN MEDICINE </a:t>
            </a:r>
          </a:p>
        </p:txBody>
      </p:sp>
      <p:grpSp>
        <p:nvGrpSpPr>
          <p:cNvPr id="114" name="Top Left">
            <a:extLst>
              <a:ext uri="{FF2B5EF4-FFF2-40B4-BE49-F238E27FC236}">
                <a16:creationId xmlns:a16="http://schemas.microsoft.com/office/drawing/2014/main" id="{18579DB9-24B0-487B-81E3-8D02AD5F8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180CB2C-161F-4538-9214-24AF97B01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EE25AFBE-8731-4348-B66F-FD7E38F76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F6C27D8-4E47-470F-B6B5-407CE7D1D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6348964-B561-445E-A6A4-730FBA42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C5D1A3FD-B031-4670-8F09-29E8E38D4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80BD3287-1860-4987-8CA5-8728EDBB6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E1FEEEA6-82B5-4005-A3D5-FC2A152F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8" name="Group 127">
            <a:extLst>
              <a:ext uri="{FF2B5EF4-FFF2-40B4-BE49-F238E27FC236}">
                <a16:creationId xmlns:a16="http://schemas.microsoft.com/office/drawing/2014/main" id="{5C0E6139-8A19-4905-87E2-E547D7B7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23216" y="3924272"/>
            <a:ext cx="118872" cy="118872"/>
            <a:chOff x="1175347" y="3733800"/>
            <a:chExt cx="118872" cy="118872"/>
          </a:xfrm>
        </p:grpSpPr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BC05FFBD-B86A-4BD3-A147-FA95CE03C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6" name="Straight Connector 129">
              <a:extLst>
                <a:ext uri="{FF2B5EF4-FFF2-40B4-BE49-F238E27FC236}">
                  <a16:creationId xmlns:a16="http://schemas.microsoft.com/office/drawing/2014/main" id="{EB69F8B1-78FB-4562-8A0D-8D2963675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18" name="Bottom Right">
            <a:extLst>
              <a:ext uri="{FF2B5EF4-FFF2-40B4-BE49-F238E27FC236}">
                <a16:creationId xmlns:a16="http://schemas.microsoft.com/office/drawing/2014/main" id="{8F281804-17FE-49B9-9065-1A44CD473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33" name="Graphic 157">
              <a:extLst>
                <a:ext uri="{FF2B5EF4-FFF2-40B4-BE49-F238E27FC236}">
                  <a16:creationId xmlns:a16="http://schemas.microsoft.com/office/drawing/2014/main" id="{737BB70B-7AAF-4229-8400-5AFF12A23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9B992201-AA48-4BE7-ADC2-908B16934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40E3649-4ED2-4501-AF92-DEC3DFF5C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68B38FD5-4195-4693-8AB7-D01C58D21E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F0635352-3FD2-43A8-832C-705F1CB917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FBEAF61E-74F7-41BA-9576-39B196150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AB31D9B5-1401-4F40-BEE6-D492919954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8EDD38F5-BC63-401D-8C72-8D41A360A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5CE5B18-7300-438F-80EB-4F4E431C8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919BC4-EF46-41D8-8249-AC9DDB501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>
                <a:solidFill>
                  <a:srgbClr val="FF0000"/>
                </a:solidFill>
                <a:cs typeface="Segoe UI Semilight"/>
              </a:rPr>
              <a:pPr>
                <a:spcAft>
                  <a:spcPts val="600"/>
                </a:spcAft>
              </a:pPr>
              <a:t>1</a:t>
            </a:fld>
            <a:endParaRPr lang="en-GB" sz="1800" dirty="0">
              <a:solidFill>
                <a:srgbClr val="FF0000"/>
              </a:solidFill>
              <a:cs typeface="Segoe UI Semi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23E80-74A6-4F53-8B3E-DDA4D159BE6C}"/>
              </a:ext>
            </a:extLst>
          </p:cNvPr>
          <p:cNvSpPr txBox="1"/>
          <p:nvPr/>
        </p:nvSpPr>
        <p:spPr>
          <a:xfrm>
            <a:off x="10149083" y="4982098"/>
            <a:ext cx="1929009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dirty="0">
                <a:solidFill>
                  <a:schemeClr val="bg1"/>
                </a:solidFill>
                <a:cs typeface="Arial"/>
              </a:rPr>
              <a:t>Presented by,</a:t>
            </a:r>
          </a:p>
          <a:p>
            <a:r>
              <a:rPr lang="en-GB" dirty="0">
                <a:solidFill>
                  <a:schemeClr val="bg1"/>
                </a:solidFill>
                <a:cs typeface="Arial"/>
              </a:rPr>
              <a:t>Anu Mathew</a:t>
            </a:r>
          </a:p>
          <a:p>
            <a:r>
              <a:rPr lang="en-GB" dirty="0">
                <a:solidFill>
                  <a:schemeClr val="bg1"/>
                </a:solidFill>
                <a:cs typeface="Arial"/>
              </a:rPr>
              <a:t>S2 CSE A</a:t>
            </a:r>
          </a:p>
          <a:p>
            <a:r>
              <a:rPr lang="en-GB" dirty="0">
                <a:solidFill>
                  <a:schemeClr val="bg1"/>
                </a:solidFill>
                <a:cs typeface="Arial"/>
              </a:rPr>
              <a:t>Roll No:16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F0F230-B711-41F1-BD90-A8C75BEAF423}"/>
              </a:ext>
            </a:extLst>
          </p:cNvPr>
          <p:cNvSpPr txBox="1"/>
          <p:nvPr/>
        </p:nvSpPr>
        <p:spPr>
          <a:xfrm>
            <a:off x="277660" y="6185770"/>
            <a:ext cx="185593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dirty="0">
                <a:solidFill>
                  <a:schemeClr val="bg1"/>
                </a:solidFill>
                <a:cs typeface="Arial"/>
              </a:rPr>
              <a:t>28/5/2021</a:t>
            </a:r>
          </a:p>
        </p:txBody>
      </p:sp>
    </p:spTree>
    <p:extLst>
      <p:ext uri="{BB962C8B-B14F-4D97-AF65-F5344CB8AC3E}">
        <p14:creationId xmlns:p14="http://schemas.microsoft.com/office/powerpoint/2010/main" val="2429699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9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2" name="Rectangle 10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23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92E443C-CEC5-4DC8-8A1C-C3F6DF177F9E}"/>
              </a:ext>
            </a:extLst>
          </p:cNvPr>
          <p:cNvSpPr>
            <a:spLocks noGrp="1"/>
          </p:cNvSpPr>
          <p:nvPr/>
        </p:nvSpPr>
        <p:spPr>
          <a:xfrm>
            <a:off x="747345" y="1476337"/>
            <a:ext cx="4390524" cy="37286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accent5"/>
              </a:buClr>
              <a:buFont typeface="Avenir Next LT Pro" panose="020B0504020202020204" pitchFamily="34" charset="0"/>
              <a:buChar char="+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/>
              <a:t>Telemedicine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/>
              <a:t>Electronic Medical Records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/>
              <a:t>Medical Informatics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/>
              <a:t>Medical Imaging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/>
              <a:t>Computer assisted Surgery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/>
              <a:t>AI in Cancer Treatment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/>
              <a:t>AI in Depression Treatment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/>
              <a:t>VR in Healthcare</a:t>
            </a: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>
                <a:cs typeface="Arial"/>
              </a:rPr>
              <a:t>Conclusion</a:t>
            </a: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r>
              <a:rPr lang="en-US" sz="2400" dirty="0">
                <a:cs typeface="Arial"/>
              </a:rPr>
              <a:t>References</a:t>
            </a: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endParaRPr lang="en-US" sz="2400" dirty="0">
              <a:cs typeface="Arial"/>
            </a:endParaRPr>
          </a:p>
          <a:p>
            <a:pPr>
              <a:lnSpc>
                <a:spcPct val="100000"/>
              </a:lnSpc>
              <a:buFont typeface="Courier New" panose="020B0504020202020204" pitchFamily="34" charset="0"/>
              <a:buChar char="o"/>
            </a:pPr>
            <a:endParaRPr lang="en-US" sz="1800">
              <a:cs typeface="Arial"/>
            </a:endParaRPr>
          </a:p>
        </p:txBody>
      </p:sp>
      <p:pic>
        <p:nvPicPr>
          <p:cNvPr id="2" name="Picture 2" descr="A picture containing diagram&#10;&#10;Description automatically generated">
            <a:extLst>
              <a:ext uri="{FF2B5EF4-FFF2-40B4-BE49-F238E27FC236}">
                <a16:creationId xmlns:a16="http://schemas.microsoft.com/office/drawing/2014/main" id="{0FEEEC50-669D-4FA6-9D49-A8497ABB67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329" r="10079"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124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14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045E45-7E6D-4599-B044-760F996B2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56350"/>
            <a:ext cx="1166892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>
                <a:solidFill>
                  <a:srgbClr val="FF0000"/>
                </a:solidFill>
                <a:cs typeface="Segoe UI Semilight"/>
              </a:rPr>
              <a:pPr>
                <a:spcAft>
                  <a:spcPts val="600"/>
                </a:spcAft>
              </a:pPr>
              <a:t>2</a:t>
            </a:fld>
            <a:endParaRPr lang="en-US" sz="1800" dirty="0">
              <a:solidFill>
                <a:srgbClr val="FF0000"/>
              </a:solidFill>
              <a:cs typeface="Segoe UI Semiligh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2E160-5707-4D81-9BF3-0FFC3D5C10DD}"/>
              </a:ext>
            </a:extLst>
          </p:cNvPr>
          <p:cNvSpPr txBox="1"/>
          <p:nvPr/>
        </p:nvSpPr>
        <p:spPr>
          <a:xfrm>
            <a:off x="810016" y="465551"/>
            <a:ext cx="358870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3600" dirty="0">
                <a:cs typeface="Arial"/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2856682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7" name="Rectangle 111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38" name="Rectangle 113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239" name="Top Left">
            <a:extLst>
              <a:ext uri="{FF2B5EF4-FFF2-40B4-BE49-F238E27FC236}">
                <a16:creationId xmlns:a16="http://schemas.microsoft.com/office/drawing/2014/main" id="{30304B26-4E93-4D42-9303-06EC0DF7D4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9D50E42-8AE6-4F93-A973-3F53687A6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240" name="Freeform: Shape 117">
              <a:extLst>
                <a:ext uri="{FF2B5EF4-FFF2-40B4-BE49-F238E27FC236}">
                  <a16:creationId xmlns:a16="http://schemas.microsoft.com/office/drawing/2014/main" id="{3F895F7B-FE45-4788-A637-58160B0E3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707B1D17-39B5-4E7E-B08C-3C4EBB4F80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39AE22F5-DF03-4C61-8BEE-1FC173372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2BB2571-57DF-4289-972B-5FF20F167B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C365055-B37D-4DA1-AA3E-27D2C509EB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1" name="Freeform: Shape 122">
              <a:extLst>
                <a:ext uri="{FF2B5EF4-FFF2-40B4-BE49-F238E27FC236}">
                  <a16:creationId xmlns:a16="http://schemas.microsoft.com/office/drawing/2014/main" id="{AFD7CA75-FC5F-4FF5-8A33-793D0280F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19D9A18-3CF4-414E-AF23-AAEE1C8508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F228327-82E8-4ED7-8337-9B5A9DEC6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39" y="267539"/>
            <a:ext cx="5605358" cy="1664573"/>
          </a:xfrm>
        </p:spPr>
        <p:txBody>
          <a:bodyPr>
            <a:normAutofit/>
          </a:bodyPr>
          <a:lstStyle/>
          <a:p>
            <a:r>
              <a:rPr lang="en-GB"/>
              <a:t>TELEMEDICINE</a:t>
            </a:r>
          </a:p>
        </p:txBody>
      </p:sp>
      <p:grpSp>
        <p:nvGrpSpPr>
          <p:cNvPr id="126" name="Bottom Right">
            <a:extLst>
              <a:ext uri="{FF2B5EF4-FFF2-40B4-BE49-F238E27FC236}">
                <a16:creationId xmlns:a16="http://schemas.microsoft.com/office/drawing/2014/main" id="{E7402E95-8FA3-4E79-AAA0-5B934639E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42" name="Freeform: Shape 126">
              <a:extLst>
                <a:ext uri="{FF2B5EF4-FFF2-40B4-BE49-F238E27FC236}">
                  <a16:creationId xmlns:a16="http://schemas.microsoft.com/office/drawing/2014/main" id="{ED9EFCA6-0946-4FBA-BAFC-FEFAD2D4A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28" name="Graphic 157">
              <a:extLst>
                <a:ext uri="{FF2B5EF4-FFF2-40B4-BE49-F238E27FC236}">
                  <a16:creationId xmlns:a16="http://schemas.microsoft.com/office/drawing/2014/main" id="{F01A7F6A-E6E7-4C35-8107-15FE2F277E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582E4DFD-9408-4EDC-B7C5-4A90954FAE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52884DF8-D5DC-4034-9610-AA4270D2E2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B5C13311-ADA6-4A2D-9222-5250B14E55A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BFC89B4D-4394-447B-B6E9-8AF0727C07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34AEF5EC-7628-4B01-B152-4C3B9FAF4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551F05E8-CE70-4333-9052-2C9AB4DF3CA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F87BF52B-B229-46B9-A3A2-7B263D87C93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4CE6D305-9706-4184-870D-5FC249F05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7ECC0D3-57A7-473D-BA33-F40C414DC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21979255"/>
              </p:ext>
            </p:extLst>
          </p:nvPr>
        </p:nvGraphicFramePr>
        <p:xfrm>
          <a:off x="1196193" y="1925187"/>
          <a:ext cx="5959901" cy="45428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6" name="Graphic 276" descr="Angel face outline with solid fill">
            <a:extLst>
              <a:ext uri="{FF2B5EF4-FFF2-40B4-BE49-F238E27FC236}">
                <a16:creationId xmlns:a16="http://schemas.microsoft.com/office/drawing/2014/main" id="{6517B5B9-BB38-4818-84A2-5AD8EEF524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5758" y="1927963"/>
            <a:ext cx="538620" cy="496867"/>
          </a:xfrm>
          <a:prstGeom prst="rect">
            <a:avLst/>
          </a:prstGeom>
        </p:spPr>
      </p:pic>
      <p:pic>
        <p:nvPicPr>
          <p:cNvPr id="322" name="Graphic 322" descr="Internet with solid fill">
            <a:extLst>
              <a:ext uri="{FF2B5EF4-FFF2-40B4-BE49-F238E27FC236}">
                <a16:creationId xmlns:a16="http://schemas.microsoft.com/office/drawing/2014/main" id="{67E1CED9-BE15-451B-BE2B-A920E9299A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5758" y="2460320"/>
            <a:ext cx="611689" cy="684757"/>
          </a:xfrm>
          <a:prstGeom prst="rect">
            <a:avLst/>
          </a:prstGeom>
        </p:spPr>
      </p:pic>
      <p:pic>
        <p:nvPicPr>
          <p:cNvPr id="323" name="Graphic 323" descr="Connections with solid fill">
            <a:extLst>
              <a:ext uri="{FF2B5EF4-FFF2-40B4-BE49-F238E27FC236}">
                <a16:creationId xmlns:a16="http://schemas.microsoft.com/office/drawing/2014/main" id="{6F7E96CC-28D9-48D4-B187-3B24C4473A3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65759" y="3138814"/>
            <a:ext cx="674318" cy="684757"/>
          </a:xfrm>
          <a:prstGeom prst="rect">
            <a:avLst/>
          </a:prstGeom>
        </p:spPr>
      </p:pic>
      <p:pic>
        <p:nvPicPr>
          <p:cNvPr id="324" name="Graphic 324" descr="Stethoscope with solid fill">
            <a:extLst>
              <a:ext uri="{FF2B5EF4-FFF2-40B4-BE49-F238E27FC236}">
                <a16:creationId xmlns:a16="http://schemas.microsoft.com/office/drawing/2014/main" id="{0DDBAB07-1A0C-4C96-902B-43EF3BC1F5D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44882" y="4547992"/>
            <a:ext cx="611688" cy="569935"/>
          </a:xfrm>
          <a:prstGeom prst="rect">
            <a:avLst/>
          </a:prstGeom>
        </p:spPr>
      </p:pic>
      <p:pic>
        <p:nvPicPr>
          <p:cNvPr id="326" name="Graphic 326" descr="Briefcase with solid fill">
            <a:extLst>
              <a:ext uri="{FF2B5EF4-FFF2-40B4-BE49-F238E27FC236}">
                <a16:creationId xmlns:a16="http://schemas.microsoft.com/office/drawing/2014/main" id="{FD09F10B-28BE-49CD-86FF-3049C92143B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65759" y="5748403"/>
            <a:ext cx="486428" cy="663880"/>
          </a:xfrm>
          <a:prstGeom prst="rect">
            <a:avLst/>
          </a:prstGeom>
        </p:spPr>
      </p:pic>
      <p:pic>
        <p:nvPicPr>
          <p:cNvPr id="327" name="Graphic 327" descr="Sleep with solid fill">
            <a:extLst>
              <a:ext uri="{FF2B5EF4-FFF2-40B4-BE49-F238E27FC236}">
                <a16:creationId xmlns:a16="http://schemas.microsoft.com/office/drawing/2014/main" id="{2B9B9506-C2F7-4898-BC17-F73E566C50C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544882" y="4955087"/>
            <a:ext cx="653441" cy="914400"/>
          </a:xfrm>
          <a:prstGeom prst="rect">
            <a:avLst/>
          </a:prstGeom>
        </p:spPr>
      </p:pic>
      <p:pic>
        <p:nvPicPr>
          <p:cNvPr id="328" name="Graphic 328" descr="Car with solid fill">
            <a:extLst>
              <a:ext uri="{FF2B5EF4-FFF2-40B4-BE49-F238E27FC236}">
                <a16:creationId xmlns:a16="http://schemas.microsoft.com/office/drawing/2014/main" id="{BC267E41-62CB-4B1D-B741-6F174E64B7B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65759" y="3806869"/>
            <a:ext cx="611688" cy="789140"/>
          </a:xfrm>
          <a:prstGeom prst="rect">
            <a:avLst/>
          </a:prstGeom>
        </p:spPr>
      </p:pic>
      <p:sp>
        <p:nvSpPr>
          <p:cNvPr id="344" name="Slide Number Placeholder 343">
            <a:extLst>
              <a:ext uri="{FF2B5EF4-FFF2-40B4-BE49-F238E27FC236}">
                <a16:creationId xmlns:a16="http://schemas.microsoft.com/office/drawing/2014/main" id="{CA13355E-431C-4065-8F26-C0D2C9B52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25035"/>
            <a:ext cx="1447800" cy="396440"/>
          </a:xfrm>
        </p:spPr>
        <p:txBody>
          <a:bodyPr/>
          <a:lstStyle/>
          <a:p>
            <a:fld id="{73B850FF-6169-4056-8077-06FFA93A5366}" type="slidenum">
              <a:rPr lang="en-US" sz="1800" smtClean="0">
                <a:solidFill>
                  <a:srgbClr val="FF0000"/>
                </a:solidFill>
                <a:cs typeface="Segoe UI Semilight"/>
              </a:rPr>
              <a:t>3</a:t>
            </a:fld>
            <a:endParaRPr lang="en-GB" sz="1800">
              <a:solidFill>
                <a:srgbClr val="E45221"/>
              </a:solidFill>
              <a:cs typeface="Segoe UI Semilight"/>
            </a:endParaRPr>
          </a:p>
        </p:txBody>
      </p:sp>
      <p:pic>
        <p:nvPicPr>
          <p:cNvPr id="155" name="Picture 155">
            <a:extLst>
              <a:ext uri="{FF2B5EF4-FFF2-40B4-BE49-F238E27FC236}">
                <a16:creationId xmlns:a16="http://schemas.microsoft.com/office/drawing/2014/main" id="{30178B62-7AC5-4B8A-B053-C8CB17EC56A0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26262" y="1630242"/>
            <a:ext cx="4486404" cy="4610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375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" name="Rectangle 10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07" name="Top left">
            <a:extLst>
              <a:ext uri="{FF2B5EF4-FFF2-40B4-BE49-F238E27FC236}">
                <a16:creationId xmlns:a16="http://schemas.microsoft.com/office/drawing/2014/main" id="{6B72B514-4AB8-43DF-84D4-951DBF368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18CBCFF-BD6B-4455-9B70-EFE805CA29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8C930A72-C529-4D5D-B460-A5A5375F98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792FE3B2-9E8F-4022-93E8-BAAD0D50B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F85196A-D084-4219-B329-E5A7032CF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B8174307-CBF0-4926-99C3-3072804B32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63DDE618-1CD3-4BE5-8742-5D51BBF30D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8D73DBA2-8AAA-4F85-81B5-99B96A471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A346AE2-9E14-4CFB-8DD3-0B1633621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28F11B-BFE2-4BFB-A235-7EFE97C7D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553138" cy="166457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700"/>
              <a:t>ELECTRONIC MEDICAL RECORDS(EMR)</a:t>
            </a:r>
          </a:p>
        </p:txBody>
      </p:sp>
      <p:pic>
        <p:nvPicPr>
          <p:cNvPr id="54" name="Picture 64">
            <a:extLst>
              <a:ext uri="{FF2B5EF4-FFF2-40B4-BE49-F238E27FC236}">
                <a16:creationId xmlns:a16="http://schemas.microsoft.com/office/drawing/2014/main" id="{CB81580A-5115-461D-A21A-9F0E92019C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5058"/>
          <a:stretch/>
        </p:blipFill>
        <p:spPr>
          <a:xfrm>
            <a:off x="460765" y="2520249"/>
            <a:ext cx="5683849" cy="3398878"/>
          </a:xfrm>
          <a:prstGeom prst="rect">
            <a:avLst/>
          </a:prstGeom>
        </p:spPr>
      </p:pic>
      <p:grpSp>
        <p:nvGrpSpPr>
          <p:cNvPr id="117" name="Bottom Right">
            <a:extLst>
              <a:ext uri="{FF2B5EF4-FFF2-40B4-BE49-F238E27FC236}">
                <a16:creationId xmlns:a16="http://schemas.microsoft.com/office/drawing/2014/main" id="{DD2E06CA-048F-403F-AD47-B098C0A25D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324E2410-B321-4174-8C27-7749F2A57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19" name="Graphic 157">
              <a:extLst>
                <a:ext uri="{FF2B5EF4-FFF2-40B4-BE49-F238E27FC236}">
                  <a16:creationId xmlns:a16="http://schemas.microsoft.com/office/drawing/2014/main" id="{EE03354E-6E8A-4926-8545-B6B873F1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5BBCAC88-02AA-4773-A48A-D144EA52EE5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6C51D753-137C-455D-97D4-ACCB464D937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02ABCEE4-D638-4555-AC4A-7E190462FA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2F383AB0-7670-4584-8F01-4324D54BB9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4CD1567B-7D6D-497B-8CA8-14D96E01061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CF3C4A9D-7E63-4D24-B697-23D58B3160A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315D2559-8BE6-439C-83F0-CE5BF53C94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0A374A4F-696B-4911-BE1B-B180D09A1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9E07807-0A18-4E51-9312-D06EC93C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 smtClean="0">
                <a:cs typeface="Segoe UI Semilight"/>
              </a:rPr>
              <a:pPr>
                <a:spcAft>
                  <a:spcPts val="600"/>
                </a:spcAft>
              </a:pPr>
              <a:t>4</a:t>
            </a:fld>
            <a:endParaRPr lang="en-GB" sz="1800" dirty="0"/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51FBB193-8A85-4460-A059-D0007B0AA1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0964730"/>
              </p:ext>
            </p:extLst>
          </p:nvPr>
        </p:nvGraphicFramePr>
        <p:xfrm>
          <a:off x="5966521" y="1872995"/>
          <a:ext cx="5782449" cy="4699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68845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1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E3C390D-58BD-4DDF-B4C8-505F5872C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976" y="298854"/>
            <a:ext cx="10246090" cy="1471193"/>
          </a:xfrm>
        </p:spPr>
        <p:txBody>
          <a:bodyPr>
            <a:normAutofit/>
          </a:bodyPr>
          <a:lstStyle/>
          <a:p>
            <a:r>
              <a:rPr lang="en-GB" dirty="0"/>
              <a:t>MEDICAL  INFORMATICS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C5ED8A-52DB-4241-BA9C-E6F722CA0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455" y="2384474"/>
            <a:ext cx="5440403" cy="381211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504020202020204" pitchFamily="34" charset="0"/>
              <a:buChar char="ü"/>
            </a:pPr>
            <a:r>
              <a:rPr lang="en-GB" sz="2400" dirty="0">
                <a:ea typeface="+mn-lt"/>
                <a:cs typeface="+mn-lt"/>
              </a:rPr>
              <a:t>Connect people ,technology and data.</a:t>
            </a:r>
            <a:endParaRPr lang="en-GB" sz="2400" dirty="0">
              <a:cs typeface="Arial"/>
            </a:endParaRPr>
          </a:p>
          <a:p>
            <a:pPr>
              <a:buFont typeface="Wingdings" panose="020B0504020202020204" pitchFamily="34" charset="0"/>
              <a:buChar char="ü"/>
            </a:pPr>
            <a:r>
              <a:rPr lang="en-GB" sz="2400" dirty="0">
                <a:cs typeface="Arial"/>
              </a:rPr>
              <a:t>Data analysis in medicine</a:t>
            </a:r>
            <a:endParaRPr lang="en-US" sz="2400">
              <a:cs typeface="Arial"/>
            </a:endParaRPr>
          </a:p>
          <a:p>
            <a:pPr>
              <a:buFont typeface="Wingdings" panose="020B0504020202020204" pitchFamily="34" charset="0"/>
              <a:buChar char="ü"/>
            </a:pPr>
            <a:r>
              <a:rPr lang="en-GB" sz="2400" dirty="0">
                <a:cs typeface="Arial"/>
              </a:rPr>
              <a:t>Organise and manage information.</a:t>
            </a:r>
          </a:p>
          <a:p>
            <a:pPr>
              <a:buFont typeface="Wingdings" panose="020B0504020202020204" pitchFamily="34" charset="0"/>
              <a:buChar char="ü"/>
            </a:pPr>
            <a:r>
              <a:rPr lang="en-GB" sz="2400" dirty="0">
                <a:cs typeface="Arial"/>
              </a:rPr>
              <a:t>Easier and quicker access to patient histories.</a:t>
            </a:r>
          </a:p>
          <a:p>
            <a:pPr>
              <a:buFont typeface="Wingdings" panose="020B0504020202020204" pitchFamily="34" charset="0"/>
              <a:buChar char="ü"/>
            </a:pPr>
            <a:r>
              <a:rPr lang="en-GB" sz="2400" dirty="0">
                <a:cs typeface="Arial"/>
              </a:rPr>
              <a:t>Predict trends in illness, outbreaks and treatment.</a:t>
            </a:r>
          </a:p>
          <a:p>
            <a:pPr>
              <a:buFont typeface="Wingdings" panose="020B0504020202020204" pitchFamily="34" charset="0"/>
              <a:buChar char="ü"/>
            </a:pPr>
            <a:endParaRPr lang="en-GB" sz="2400" dirty="0">
              <a:cs typeface="Arial"/>
            </a:endParaRPr>
          </a:p>
        </p:txBody>
      </p:sp>
      <p:pic>
        <p:nvPicPr>
          <p:cNvPr id="4" name="Picture 4" descr="Diagram, engineering drawing&#10;&#10;Description automatically generated">
            <a:extLst>
              <a:ext uri="{FF2B5EF4-FFF2-40B4-BE49-F238E27FC236}">
                <a16:creationId xmlns:a16="http://schemas.microsoft.com/office/drawing/2014/main" id="{65D1D6A3-5DBC-483A-9909-FD772652E15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115"/>
          <a:stretch/>
        </p:blipFill>
        <p:spPr>
          <a:xfrm>
            <a:off x="6320426" y="1893332"/>
            <a:ext cx="5656201" cy="3691908"/>
          </a:xfrm>
          <a:prstGeom prst="rect">
            <a:avLst/>
          </a:prstGeom>
        </p:spPr>
      </p:pic>
      <p:grpSp>
        <p:nvGrpSpPr>
          <p:cNvPr id="81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83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3EAD8-CF38-4DF5-969E-773D4F85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 smtClean="0">
                <a:cs typeface="Segoe UI Semilight"/>
              </a:rPr>
              <a:pPr>
                <a:spcAft>
                  <a:spcPts val="600"/>
                </a:spcAft>
              </a:pPr>
              <a:t>5</a:t>
            </a:fld>
            <a:endParaRPr lang="en-GB" sz="1050" dirty="0"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349366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0F6D2B-5771-49D0-939C-D1E31E03A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5605358" cy="1664573"/>
          </a:xfrm>
        </p:spPr>
        <p:txBody>
          <a:bodyPr>
            <a:normAutofit/>
          </a:bodyPr>
          <a:lstStyle/>
          <a:p>
            <a:r>
              <a:rPr lang="en-GB"/>
              <a:t>MEDICAL IMAGING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0887E-1617-42CD-BC32-C0ED4747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61" y="2384474"/>
            <a:ext cx="6408185" cy="211193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504020202020204" pitchFamily="34" charset="0"/>
              <a:buChar char="v"/>
            </a:pPr>
            <a:r>
              <a:rPr lang="en-GB" dirty="0">
                <a:ea typeface="+mn-lt"/>
                <a:cs typeface="+mn-lt"/>
              </a:rPr>
              <a:t>3 –D images of internal organs.</a:t>
            </a:r>
            <a:endParaRPr lang="en-US" dirty="0">
              <a:ea typeface="+mn-lt"/>
              <a:cs typeface="+mn-lt"/>
            </a:endParaRPr>
          </a:p>
          <a:p>
            <a:pPr>
              <a:buFont typeface="Wingdings" panose="020B0504020202020204" pitchFamily="34" charset="0"/>
              <a:buChar char="v"/>
            </a:pPr>
            <a:r>
              <a:rPr lang="en-GB" dirty="0">
                <a:ea typeface="+mn-lt"/>
                <a:cs typeface="+mn-lt"/>
              </a:rPr>
              <a:t>High resolution image generation.</a:t>
            </a:r>
            <a:endParaRPr lang="en-US" dirty="0">
              <a:ea typeface="+mn-lt"/>
              <a:cs typeface="+mn-lt"/>
            </a:endParaRPr>
          </a:p>
          <a:p>
            <a:pPr>
              <a:buFont typeface="Wingdings" panose="020B0504020202020204" pitchFamily="34" charset="0"/>
              <a:buChar char="v"/>
            </a:pPr>
            <a:r>
              <a:rPr lang="en-GB" dirty="0">
                <a:ea typeface="+mn-lt"/>
                <a:cs typeface="+mn-lt"/>
              </a:rPr>
              <a:t>Infrared cameras and sophisticated computers are used</a:t>
            </a:r>
            <a:endParaRPr lang="en-US" dirty="0">
              <a:ea typeface="+mn-lt"/>
              <a:cs typeface="+mn-lt"/>
            </a:endParaRPr>
          </a:p>
          <a:p>
            <a:pPr>
              <a:buFont typeface="Wingdings" panose="020B0504020202020204" pitchFamily="34" charset="0"/>
              <a:buChar char="v"/>
            </a:pPr>
            <a:r>
              <a:rPr lang="en-GB" dirty="0">
                <a:ea typeface="+mn-lt"/>
                <a:cs typeface="+mn-lt"/>
              </a:rPr>
              <a:t>CT scan, MRI, Ultrasound scanning</a:t>
            </a:r>
            <a:endParaRPr lang="en-US" dirty="0">
              <a:ea typeface="+mn-lt"/>
              <a:cs typeface="+mn-lt"/>
            </a:endParaRPr>
          </a:p>
          <a:p>
            <a:pPr>
              <a:buFont typeface="Wingdings" panose="020B0504020202020204" pitchFamily="34" charset="0"/>
              <a:buChar char="v"/>
            </a:pPr>
            <a:endParaRPr lang="en-GB">
              <a:ea typeface="+mn-lt"/>
              <a:cs typeface="+mn-lt"/>
            </a:endParaRPr>
          </a:p>
          <a:p>
            <a:endParaRPr lang="en-GB" sz="1800">
              <a:cs typeface="Arial"/>
            </a:endParaRPr>
          </a:p>
        </p:txBody>
      </p:sp>
      <p:grpSp>
        <p:nvGrpSpPr>
          <p:cNvPr id="15" name="Top left">
            <a:extLst>
              <a:ext uri="{FF2B5EF4-FFF2-40B4-BE49-F238E27FC236}">
                <a16:creationId xmlns:a16="http://schemas.microsoft.com/office/drawing/2014/main" id="{018B77F3-19EF-43BE-AA95-9929CF088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838E937-01D3-43B7-8692-491307AAD8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3F4D862-7F81-447A-870A-C1E84EF0BB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5A4B939-23EE-4F6C-B802-5741F61D5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E00246F-3383-4D02-BF0E-393F9033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C74B0BD-FBF1-4B0E-98C1-3C6625D900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237D294-281E-449D-A31F-FE23A2C9C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082F7F5-1FD9-4206-8F6B-48A5EC70F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5EBEE9A-F4B1-4271-96B8-76984411A5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5" name="Picture 5" descr="A picture containing microscope&#10;&#10;Description automatically generated">
            <a:extLst>
              <a:ext uri="{FF2B5EF4-FFF2-40B4-BE49-F238E27FC236}">
                <a16:creationId xmlns:a16="http://schemas.microsoft.com/office/drawing/2014/main" id="{255E32E7-26F6-4A32-961E-6A4CE7E599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932" r="4" b="21537"/>
          <a:stretch/>
        </p:blipFill>
        <p:spPr>
          <a:xfrm>
            <a:off x="7188594" y="10"/>
            <a:ext cx="5003406" cy="3428990"/>
          </a:xfrm>
          <a:prstGeom prst="rect">
            <a:avLst/>
          </a:prstGeom>
        </p:spPr>
      </p:pic>
      <p:pic>
        <p:nvPicPr>
          <p:cNvPr id="6" name="Picture 6" descr="Diagram, engineering drawing&#10;&#10;Description automatically generated">
            <a:extLst>
              <a:ext uri="{FF2B5EF4-FFF2-40B4-BE49-F238E27FC236}">
                <a16:creationId xmlns:a16="http://schemas.microsoft.com/office/drawing/2014/main" id="{68167B72-AA19-43E0-8663-5355C14D906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017"/>
          <a:stretch/>
        </p:blipFill>
        <p:spPr>
          <a:xfrm>
            <a:off x="7188594" y="3429000"/>
            <a:ext cx="5003406" cy="3429000"/>
          </a:xfrm>
          <a:prstGeom prst="rect">
            <a:avLst/>
          </a:prstGeom>
        </p:spPr>
      </p:pic>
      <p:grpSp>
        <p:nvGrpSpPr>
          <p:cNvPr id="25" name="Bottom Right">
            <a:extLst>
              <a:ext uri="{FF2B5EF4-FFF2-40B4-BE49-F238E27FC236}">
                <a16:creationId xmlns:a16="http://schemas.microsoft.com/office/drawing/2014/main" id="{4602417A-49F6-4C14-8B11-5084771A70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9803CDD2-AAD9-4EAA-9068-A6D564957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7C90D60-EDE8-407D-A86D-3CEF27FFCC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0CCD602-3FF2-418C-9B4D-B4780431BA2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9D3269F-9D94-4D85-9E00-1B59A84B7A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02203C4A-B4A3-45C0-B0DE-2B91455579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EFCC0D32-1739-4A44-BC19-4ECBE16F2E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259FE917-2EF7-432F-8922-99FECF0BEE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950DFABA-E0A5-4E63-A04E-7CDB6EC5EE5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5CF746F-B5C9-4EFB-A1CF-CFA2A04950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101D9-4E38-4B75-B368-47A3F1E98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4730" y="6397539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>
                <a:solidFill>
                  <a:srgbClr val="FF0000"/>
                </a:solidFill>
                <a:cs typeface="Segoe UI Semilight"/>
              </a:rPr>
              <a:pPr>
                <a:spcAft>
                  <a:spcPts val="600"/>
                </a:spcAft>
              </a:pPr>
              <a:t>6</a:t>
            </a:fld>
            <a:endParaRPr lang="en-US" sz="1800">
              <a:solidFill>
                <a:srgbClr val="FF0000"/>
              </a:solidFill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62833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70B53-CF8E-476A-9ED9-8549A0998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748" y="361484"/>
            <a:ext cx="10407001" cy="1664573"/>
          </a:xfrm>
        </p:spPr>
        <p:txBody>
          <a:bodyPr>
            <a:normAutofit/>
          </a:bodyPr>
          <a:lstStyle/>
          <a:p>
            <a:r>
              <a:rPr lang="en-GB" sz="4100"/>
              <a:t>COMPUTER ASSISTED SURGERY</a:t>
            </a:r>
          </a:p>
        </p:txBody>
      </p:sp>
      <p:pic>
        <p:nvPicPr>
          <p:cNvPr id="4" name="Picture 4" descr="A picture containing LEGO, indoor, toy&#10;&#10;Description automatically generated">
            <a:extLst>
              <a:ext uri="{FF2B5EF4-FFF2-40B4-BE49-F238E27FC236}">
                <a16:creationId xmlns:a16="http://schemas.microsoft.com/office/drawing/2014/main" id="{ECDCDE2C-47C8-4155-982D-B4690BB89DA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57" r="1658" b="-1"/>
          <a:stretch/>
        </p:blipFill>
        <p:spPr>
          <a:xfrm>
            <a:off x="201907" y="2520244"/>
            <a:ext cx="5506396" cy="37433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7" name="Top left">
            <a:extLst>
              <a:ext uri="{FF2B5EF4-FFF2-40B4-BE49-F238E27FC236}">
                <a16:creationId xmlns:a16="http://schemas.microsoft.com/office/drawing/2014/main" id="{C4F70370-17DE-499D-8256-4F9A352BA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67F3889-D5A7-4B0B-A5C8-910CE49F90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0968393-494B-4758-914C-AC92C74110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3B9ECD2-208D-4E4C-85C7-86FAEFBCF6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CEC0DB1-FD35-4E6A-A339-227F3A2D6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E530033-EC4D-4252-B937-8ABB2D681D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2136133D-A7F2-42FA-B919-60AC41C778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54D267CA-94E7-4FD5-942D-5C3DE29C9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0D7B39F-6C07-4FE8-A354-9F9A12609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87" name="Bottom Right">
            <a:extLst>
              <a:ext uri="{FF2B5EF4-FFF2-40B4-BE49-F238E27FC236}">
                <a16:creationId xmlns:a16="http://schemas.microsoft.com/office/drawing/2014/main" id="{C493BE25-7BED-4AAF-B05A-9EB10C80EF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2C74F867-72FD-4FAA-9932-767684A758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89" name="Graphic 157">
              <a:extLst>
                <a:ext uri="{FF2B5EF4-FFF2-40B4-BE49-F238E27FC236}">
                  <a16:creationId xmlns:a16="http://schemas.microsoft.com/office/drawing/2014/main" id="{186A5D6B-01F1-41A2-8AE2-E20E30B048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6FB5D595-CCC3-47E7-B8F1-88394EF1FDF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36CCDE7-57DC-4910-B815-A1C0C0D8D1C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005B41E5-C3EB-4C22-B6DE-8928C8314EE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CC24D105-2918-455F-B496-92D82E1BD04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9FA8C24E-CE9B-4872-9D15-D4B4A24D54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60726FA3-32BA-48EA-8DCB-23BBFC7188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BEB3500D-7293-48F7-8F7E-D60FF252C1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1D84803-4454-41CE-AFB6-4477054653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BFD98-EA70-461E-B8C7-DDA54E672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8070" y="2269652"/>
            <a:ext cx="5604997" cy="372861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504020202020204" pitchFamily="34" charset="0"/>
              <a:buChar char="§"/>
            </a:pPr>
            <a:r>
              <a:rPr lang="en-GB" dirty="0">
                <a:cs typeface="Arial"/>
              </a:rPr>
              <a:t>Da Vinci surgical robot</a:t>
            </a:r>
          </a:p>
          <a:p>
            <a:pPr>
              <a:buFont typeface="Wingdings" panose="020B0504020202020204" pitchFamily="34" charset="0"/>
              <a:buChar char="§"/>
            </a:pPr>
            <a:r>
              <a:rPr lang="en-GB" dirty="0">
                <a:cs typeface="Arial"/>
              </a:rPr>
              <a:t>More precise.</a:t>
            </a:r>
          </a:p>
          <a:p>
            <a:pPr>
              <a:buFont typeface="Wingdings" panose="020B0504020202020204" pitchFamily="34" charset="0"/>
              <a:buChar char="§"/>
            </a:pPr>
            <a:r>
              <a:rPr lang="en-GB" dirty="0">
                <a:cs typeface="Arial"/>
              </a:rPr>
              <a:t>Smaller incision require</a:t>
            </a:r>
          </a:p>
          <a:p>
            <a:pPr>
              <a:buFont typeface="Wingdings" panose="020B0504020202020204" pitchFamily="34" charset="0"/>
              <a:buChar char="§"/>
            </a:pPr>
            <a:r>
              <a:rPr lang="en-GB" dirty="0">
                <a:cs typeface="Arial"/>
              </a:rPr>
              <a:t>Faster procedure</a:t>
            </a:r>
          </a:p>
          <a:p>
            <a:pPr>
              <a:buFont typeface="Wingdings" panose="020B0504020202020204" pitchFamily="34" charset="0"/>
              <a:buChar char="§"/>
            </a:pPr>
            <a:r>
              <a:rPr lang="en-GB" dirty="0">
                <a:cs typeface="Arial"/>
              </a:rPr>
              <a:t>Less recovery time.</a:t>
            </a:r>
          </a:p>
          <a:p>
            <a:pPr>
              <a:buFont typeface="Wingdings" panose="020B0504020202020204" pitchFamily="34" charset="0"/>
              <a:buChar char="§"/>
            </a:pPr>
            <a:r>
              <a:rPr lang="en-GB" dirty="0">
                <a:cs typeface="Arial"/>
              </a:rPr>
              <a:t>Increased rotation and dexterity</a:t>
            </a:r>
          </a:p>
          <a:p>
            <a:pPr>
              <a:buFont typeface="Wingdings" panose="020B0504020202020204" pitchFamily="34" charset="0"/>
              <a:buChar char="§"/>
            </a:pPr>
            <a:r>
              <a:rPr lang="en-GB" dirty="0">
                <a:cs typeface="Arial"/>
              </a:rPr>
              <a:t>Fewer risk of complications</a:t>
            </a:r>
          </a:p>
          <a:p>
            <a:pPr>
              <a:buFont typeface="Wingdings" panose="020B0504020202020204" pitchFamily="34" charset="0"/>
              <a:buChar char="§"/>
            </a:pPr>
            <a:endParaRPr lang="en-GB" dirty="0">
              <a:cs typeface="Arial"/>
            </a:endParaRPr>
          </a:p>
          <a:p>
            <a:endParaRPr lang="en-GB" dirty="0">
              <a:cs typeface="Arial"/>
            </a:endParaRPr>
          </a:p>
          <a:p>
            <a:endParaRPr lang="en-GB" sz="1800">
              <a:cs typeface="Arial"/>
            </a:endParaRPr>
          </a:p>
          <a:p>
            <a:endParaRPr lang="en-GB" sz="180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E11B3A-D246-4997-9C08-926D85342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33973" y="6418980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 smtClean="0">
                <a:cs typeface="Segoe UI Semilight"/>
              </a:rPr>
              <a:pPr>
                <a:spcAft>
                  <a:spcPts val="600"/>
                </a:spcAft>
              </a:pPr>
              <a:t>7</a:t>
            </a:fld>
            <a:endParaRPr lang="en-GB" sz="1600" dirty="0"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41190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1" name="Top left">
            <a:extLst>
              <a:ext uri="{FF2B5EF4-FFF2-40B4-BE49-F238E27FC236}">
                <a16:creationId xmlns:a16="http://schemas.microsoft.com/office/drawing/2014/main" id="{F91F4035-959D-40EA-9ED3-54D7D9F4FC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C045E2AF-1845-4545-A9FF-7D3216584F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BE7A2A2-15E6-4A15-B530-5E032A5FFC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63B03F4F-8EDD-464C-81E1-C164C24659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28F01ECD-47F6-44CD-B4AB-0FBD81524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A10932A3-4E58-4C01-9A56-C81D17B10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B85BB675-7BE0-4CA1-9AD5-ED4D025B2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1BF42C07-1CBF-40FB-9E81-0F5B321491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D2ED55B-6CCB-4D83-829D-7A094A260A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5D343C5-30F2-4462-8C67-30374AEE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246090" cy="1471193"/>
          </a:xfrm>
        </p:spPr>
        <p:txBody>
          <a:bodyPr>
            <a:normAutofit/>
          </a:bodyPr>
          <a:lstStyle/>
          <a:p>
            <a:r>
              <a:rPr lang="en-GB"/>
              <a:t>AI IN CANCER TREATMENT</a:t>
            </a:r>
          </a:p>
        </p:txBody>
      </p:sp>
      <p:pic>
        <p:nvPicPr>
          <p:cNvPr id="6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532D245F-F390-45E7-9FC0-BAB182808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51" y="2308139"/>
            <a:ext cx="5948474" cy="3728679"/>
          </a:xfrm>
          <a:prstGeom prst="rect">
            <a:avLst/>
          </a:prstGeom>
        </p:spPr>
      </p:pic>
      <p:grpSp>
        <p:nvGrpSpPr>
          <p:cNvPr id="81" name="Bottom Right">
            <a:extLst>
              <a:ext uri="{FF2B5EF4-FFF2-40B4-BE49-F238E27FC236}">
                <a16:creationId xmlns:a16="http://schemas.microsoft.com/office/drawing/2014/main" id="{F8C79A14-3318-47D6-94E0-D72F5E6F5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011FF69-E5EB-4D05-9167-FE7DA4CF1D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83" name="Graphic 157">
              <a:extLst>
                <a:ext uri="{FF2B5EF4-FFF2-40B4-BE49-F238E27FC236}">
                  <a16:creationId xmlns:a16="http://schemas.microsoft.com/office/drawing/2014/main" id="{9905169A-D272-4155-9E47-5703960833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A1116A2A-960D-43CF-8696-9D4FD7BD6C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31F80BC2-A486-4B4F-917D-CE7920E066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898188E1-7424-46DB-AEAE-8392162B754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64B6B101-6F39-41E0-99FA-32DDD9AFD89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55DA8B34-60DC-484F-A43B-470626EB664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F51478F3-89B4-4150-9B1C-EDC4B61E271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DC5B79A9-93A6-4C42-87F3-DC4DBA15229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4B5EEC1-94B8-4DD2-B1B7-F7FF10989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D8630-E291-46A2-A731-1DA09D5E9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2" y="2304938"/>
            <a:ext cx="4967269" cy="3808150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504020202020204" pitchFamily="34" charset="0"/>
              <a:buChar char="q"/>
            </a:pPr>
            <a:r>
              <a:rPr lang="en-GB" sz="2400" dirty="0">
                <a:cs typeface="Arial"/>
              </a:rPr>
              <a:t>Using machine learning and natural language processing</a:t>
            </a:r>
            <a:endParaRPr lang="en-US" sz="2400">
              <a:cs typeface="Arial"/>
            </a:endParaRPr>
          </a:p>
          <a:p>
            <a:pPr>
              <a:buFont typeface="Wingdings" panose="020B0504020202020204" pitchFamily="34" charset="0"/>
              <a:buChar char="q"/>
            </a:pPr>
            <a:r>
              <a:rPr lang="en-GB" sz="2400" dirty="0">
                <a:cs typeface="Arial"/>
              </a:rPr>
              <a:t>More precise</a:t>
            </a:r>
          </a:p>
          <a:p>
            <a:pPr>
              <a:buFont typeface="Wingdings" panose="020B0504020202020204" pitchFamily="34" charset="0"/>
              <a:buChar char="q"/>
            </a:pPr>
            <a:r>
              <a:rPr lang="en-GB" sz="2400" dirty="0">
                <a:cs typeface="Arial"/>
              </a:rPr>
              <a:t>Early detection</a:t>
            </a:r>
          </a:p>
          <a:p>
            <a:pPr>
              <a:buFont typeface="Wingdings" panose="020B0504020202020204" pitchFamily="34" charset="0"/>
              <a:buChar char="q"/>
            </a:pPr>
            <a:r>
              <a:rPr lang="en-GB" sz="2400" dirty="0">
                <a:cs typeface="Arial"/>
              </a:rPr>
              <a:t>ML techniques</a:t>
            </a:r>
          </a:p>
          <a:p>
            <a:pPr lvl="1">
              <a:buFont typeface="Arial" panose="020B0504020202020204" pitchFamily="34" charset="0"/>
              <a:buChar char="•"/>
            </a:pPr>
            <a:r>
              <a:rPr lang="en-GB" dirty="0">
                <a:cs typeface="Arial"/>
              </a:rPr>
              <a:t>ANNs, BNs, SVMs, DTs</a:t>
            </a:r>
          </a:p>
          <a:p>
            <a:pPr>
              <a:buFont typeface="Wingdings" panose="020B0504020202020204" pitchFamily="34" charset="0"/>
              <a:buChar char="q"/>
            </a:pPr>
            <a:r>
              <a:rPr lang="en-GB" sz="2400" dirty="0">
                <a:cs typeface="Arial"/>
              </a:rPr>
              <a:t>Languages used</a:t>
            </a:r>
          </a:p>
          <a:p>
            <a:pPr lvl="2">
              <a:buFont typeface="Arial" panose="020B0504020202020204" pitchFamily="34" charset="0"/>
              <a:buChar char="•"/>
            </a:pPr>
            <a:r>
              <a:rPr lang="en-GB" sz="2400" dirty="0">
                <a:cs typeface="Arial"/>
              </a:rPr>
              <a:t>Python , MATLAB, Java, JavaScript , etc.</a:t>
            </a:r>
          </a:p>
          <a:p>
            <a:pPr>
              <a:buFont typeface="Wingdings" panose="020B0504020202020204" pitchFamily="34" charset="0"/>
              <a:buChar char="q"/>
            </a:pPr>
            <a:endParaRPr lang="en-GB" sz="2400" dirty="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F74F2E-288F-4CC0-9D92-0C00D1DBD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59233" y="6304158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 smtClean="0">
                <a:cs typeface="Segoe UI Semilight"/>
              </a:rPr>
              <a:pPr>
                <a:spcAft>
                  <a:spcPts val="600"/>
                </a:spcAft>
              </a:pPr>
              <a:t>8</a:t>
            </a:fld>
            <a:endParaRPr lang="en-GB" sz="1800" dirty="0"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64459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FC6891-CBA5-427E-98AC-BF56BB033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11C9E-A0C4-40AB-B7B5-D7A1CDB80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781" y="4305285"/>
            <a:ext cx="4795282" cy="2031941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GB"/>
              <a:t>AI IN DEPERSSION TREATMENT</a:t>
            </a:r>
          </a:p>
        </p:txBody>
      </p:sp>
      <p:grpSp>
        <p:nvGrpSpPr>
          <p:cNvPr id="13" name="Bottom Right">
            <a:extLst>
              <a:ext uri="{FF2B5EF4-FFF2-40B4-BE49-F238E27FC236}">
                <a16:creationId xmlns:a16="http://schemas.microsoft.com/office/drawing/2014/main" id="{4CD73DBB-9AC8-4BE7-AA43-995A7495D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12DE672-70F7-4637-B2FF-2FA41F0B02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5" name="Graphic 157">
              <a:extLst>
                <a:ext uri="{FF2B5EF4-FFF2-40B4-BE49-F238E27FC236}">
                  <a16:creationId xmlns:a16="http://schemas.microsoft.com/office/drawing/2014/main" id="{DD2F0317-76EA-414D-B393-F8B40F19C7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7EDD0BAA-CF8C-4BEE-8C35-300AF201705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935A65F3-B3C8-4CC6-BA1A-035AEA210F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F0B2B25A-CE08-484B-B756-77C69C3BFE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C6F5E584-459A-4F39-9F69-43177D7D663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FA96BF44-ED00-4109-9F2F-65716299DE5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98C01C93-49E2-4D91-BD01-E1E20675B7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961950D-1C40-4BA8-9CCE-D8E2C0AB9EC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934D714-BCAF-4495-A9AD-F66AC57940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4" name="Picture 4" descr="A picture containing text, dark, painted, colorful&#10;&#10;Description automatically generated">
            <a:extLst>
              <a:ext uri="{FF2B5EF4-FFF2-40B4-BE49-F238E27FC236}">
                <a16:creationId xmlns:a16="http://schemas.microsoft.com/office/drawing/2014/main" id="{35685AF3-99E2-4D02-B807-A64001417D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3494" b="19538"/>
          <a:stretch/>
        </p:blipFill>
        <p:spPr>
          <a:xfrm>
            <a:off x="577" y="10448"/>
            <a:ext cx="12187796" cy="3919684"/>
          </a:xfrm>
          <a:prstGeom prst="rect">
            <a:avLst/>
          </a:prstGeom>
        </p:spPr>
      </p:pic>
      <p:grpSp>
        <p:nvGrpSpPr>
          <p:cNvPr id="25" name="Top Left">
            <a:extLst>
              <a:ext uri="{FF2B5EF4-FFF2-40B4-BE49-F238E27FC236}">
                <a16:creationId xmlns:a16="http://schemas.microsoft.com/office/drawing/2014/main" id="{AAFDD3F2-C28D-4186-A9F0-DA324412D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10849" y="15178"/>
            <a:chExt cx="2198951" cy="3331254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5302C02-0D50-4BBD-8410-674BE02F9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8C7FBB7-D7DF-46D6-80AF-EA374C31A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06BD1F9-BA15-455A-AC80-3E40C5B6A9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AD4DC37-4D5F-4CFC-B64A-ACA7ED692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2A0B918-ED2A-45A5-9247-67750B3D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775DAE7-4E0F-4B22-BDD1-4B3F353570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80A3A5C-7609-4229-8E65-17AD785E3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E1772-FF0F-46FA-9F97-745627633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2258" y="4643220"/>
            <a:ext cx="7165933" cy="203147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 sz="2400">
                <a:cs typeface="Arial"/>
              </a:rPr>
              <a:t>Predict anti- depressant based on brain activity</a:t>
            </a:r>
          </a:p>
          <a:p>
            <a:r>
              <a:rPr lang="en-GB" sz="2400">
                <a:cs typeface="Arial"/>
              </a:rPr>
              <a:t>Machine learning algorithm to analyse and use EEG data to predict</a:t>
            </a:r>
          </a:p>
          <a:p>
            <a:r>
              <a:rPr lang="en-GB" sz="2400">
                <a:cs typeface="Arial"/>
              </a:rPr>
              <a:t>Accurate</a:t>
            </a:r>
          </a:p>
          <a:p>
            <a:r>
              <a:rPr lang="en-GB" sz="2400">
                <a:cs typeface="Arial"/>
              </a:rPr>
              <a:t>More effective</a:t>
            </a:r>
          </a:p>
          <a:p>
            <a:endParaRPr lang="en-GB" sz="2400">
              <a:cs typeface="Arial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E38979-CBC7-4680-BC3E-8E931F2A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06743" y="6084208"/>
            <a:ext cx="1447800" cy="778781"/>
          </a:xfrm>
        </p:spPr>
        <p:txBody>
          <a:bodyPr/>
          <a:lstStyle/>
          <a:p>
            <a:fld id="{73B850FF-6169-4056-8077-06FFA93A5366}" type="slidenum">
              <a:rPr lang="en-US" sz="1800" smtClean="0">
                <a:solidFill>
                  <a:srgbClr val="FF0000"/>
                </a:solidFill>
                <a:cs typeface="Segoe UI Semilight"/>
              </a:rPr>
              <a:t>9</a:t>
            </a:fld>
            <a:endParaRPr lang="en-GB" sz="1800">
              <a:solidFill>
                <a:srgbClr val="FFFFFF"/>
              </a:solidFill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348242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4" name="Top Left">
            <a:extLst>
              <a:ext uri="{FF2B5EF4-FFF2-40B4-BE49-F238E27FC236}">
                <a16:creationId xmlns:a16="http://schemas.microsoft.com/office/drawing/2014/main" id="{DC655204-C06A-4A55-9BB4-C79C4AF9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83BC876-5C0C-438A-8928-B1EC2E1E4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9B3EEC1-86B7-4DB1-AB38-E2D749392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EB2CD0B-3D3E-4CF3-92F5-7AE77C22C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1561934-15F2-4620-A65F-28EB73CD7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B9278E2-D464-4DE2-B229-D3D02ED2B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7AA3CE0-412D-4C03-9203-878479E0A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5785346-E446-47E2-B3DD-C1C561E68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F6388E0-BD20-4901-B128-88D3D56A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4BA9B54-93B8-46CA-86B1-E1AB34EC6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689" y="559813"/>
            <a:ext cx="6073397" cy="1664573"/>
          </a:xfrm>
        </p:spPr>
        <p:txBody>
          <a:bodyPr>
            <a:normAutofit/>
          </a:bodyPr>
          <a:lstStyle/>
          <a:p>
            <a:r>
              <a:rPr lang="en-GB" dirty="0"/>
              <a:t>AI  FOR  DISABLED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ABBE5-B29F-4788-91B0-77AABF98F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961" y="2363597"/>
            <a:ext cx="5311077" cy="381211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Wingdings" panose="020B0504020202020204" pitchFamily="34" charset="0"/>
              <a:buChar char="Ø"/>
            </a:pPr>
            <a:r>
              <a:rPr lang="en-GB" sz="2400">
                <a:cs typeface="Arial"/>
              </a:rPr>
              <a:t>Greater mobility of prosthetics</a:t>
            </a:r>
          </a:p>
          <a:p>
            <a:pPr>
              <a:buFont typeface="Wingdings" panose="020B0504020202020204" pitchFamily="34" charset="0"/>
              <a:buChar char="Ø"/>
            </a:pPr>
            <a:r>
              <a:rPr lang="en-GB" sz="2400">
                <a:cs typeface="Arial"/>
              </a:rPr>
              <a:t>Computer assisted therapy</a:t>
            </a:r>
          </a:p>
          <a:p>
            <a:pPr>
              <a:buFont typeface="Wingdings" panose="020B0504020202020204" pitchFamily="34" charset="0"/>
              <a:buChar char="Ø"/>
            </a:pPr>
            <a:r>
              <a:rPr lang="en-GB" sz="2400">
                <a:cs typeface="Arial"/>
              </a:rPr>
              <a:t>Communication, accessibility and independent living</a:t>
            </a:r>
          </a:p>
          <a:p>
            <a:pPr>
              <a:buFont typeface="Wingdings" panose="020B0504020202020204" pitchFamily="34" charset="0"/>
              <a:buChar char="Ø"/>
            </a:pPr>
            <a:r>
              <a:rPr lang="en-GB" sz="2400">
                <a:cs typeface="Arial"/>
              </a:rPr>
              <a:t>Voice assisted AI technology</a:t>
            </a:r>
          </a:p>
          <a:p>
            <a:pPr lvl="1">
              <a:buFont typeface="Courier New" panose="020B0504020202020204" pitchFamily="34" charset="0"/>
              <a:buChar char="o"/>
            </a:pPr>
            <a:r>
              <a:rPr lang="en-GB">
                <a:cs typeface="Arial"/>
              </a:rPr>
              <a:t>Alexa, Echo, or Smartphone</a:t>
            </a:r>
          </a:p>
          <a:p>
            <a:pPr>
              <a:buFont typeface="Wingdings" panose="020B0504020202020204" pitchFamily="34" charset="0"/>
              <a:buChar char="Ø"/>
            </a:pPr>
            <a:r>
              <a:rPr lang="en-GB" sz="2400">
                <a:cs typeface="Arial"/>
              </a:rPr>
              <a:t>Speech- to- text and Text- to –speech technology</a:t>
            </a:r>
          </a:p>
          <a:p>
            <a:pPr>
              <a:buFont typeface="Wingdings" panose="020B0504020202020204" pitchFamily="34" charset="0"/>
              <a:buChar char="Ø"/>
            </a:pPr>
            <a:endParaRPr lang="en-GB" sz="2400">
              <a:cs typeface="Arial"/>
            </a:endParaRPr>
          </a:p>
          <a:p>
            <a:pPr>
              <a:buFont typeface="Wingdings" panose="020B0504020202020204" pitchFamily="34" charset="0"/>
              <a:buChar char="Ø"/>
            </a:pPr>
            <a:endParaRPr lang="en-GB" sz="2400">
              <a:cs typeface="Arial"/>
            </a:endParaRPr>
          </a:p>
        </p:txBody>
      </p:sp>
      <p:pic>
        <p:nvPicPr>
          <p:cNvPr id="5" name="Picture 5" descr="A picture containing person, indoor&#10;&#10;Description automatically generated">
            <a:extLst>
              <a:ext uri="{FF2B5EF4-FFF2-40B4-BE49-F238E27FC236}">
                <a16:creationId xmlns:a16="http://schemas.microsoft.com/office/drawing/2014/main" id="{EF741CE8-DDCE-495B-BBC6-E374232665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6592255" y="800177"/>
            <a:ext cx="5236771" cy="539334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grpSp>
        <p:nvGrpSpPr>
          <p:cNvPr id="24" name="Bottom Right">
            <a:extLst>
              <a:ext uri="{FF2B5EF4-FFF2-40B4-BE49-F238E27FC236}">
                <a16:creationId xmlns:a16="http://schemas.microsoft.com/office/drawing/2014/main" id="{4C476EAB-383B-48F9-B661-B049EB50A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045FFB7-76A2-4C6F-A15F-23BF1597C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6" name="Graphic 157">
              <a:extLst>
                <a:ext uri="{FF2B5EF4-FFF2-40B4-BE49-F238E27FC236}">
                  <a16:creationId xmlns:a16="http://schemas.microsoft.com/office/drawing/2014/main" id="{F4E5EB5B-D417-4B20-9CBE-F3DCCA5F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6643958-DAAD-4611-BCC7-9BDB5917C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263D00C7-B9D3-4681-8C55-F137CBD36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0539B678-9BB9-4639-B9A4-4511639BB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C14F8CDF-D0D2-43AD-A7AB-0871C24A6E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5D54C27-D98D-4E8C-87BD-E0ECAB3BA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CA10EDED-B646-4197-BF0C-C4A83018BA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B9B3D029-DC96-4655-89E2-D9387B3D5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F12D98D-E6A5-437D-830E-C5C0E7ACE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CA6F20-F9DA-42A3-9F1B-369CE46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smtClean="0">
                <a:cs typeface="Segoe UI Semilight"/>
              </a:rPr>
              <a:pPr>
                <a:spcAft>
                  <a:spcPts val="600"/>
                </a:spcAft>
              </a:pPr>
              <a:t>10</a:t>
            </a:fld>
            <a:endParaRPr lang="en-GB" sz="1800"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1766273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6" name="Rectangle 125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57" name="Rectangle 127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58" name="Top Left">
            <a:extLst>
              <a:ext uri="{FF2B5EF4-FFF2-40B4-BE49-F238E27FC236}">
                <a16:creationId xmlns:a16="http://schemas.microsoft.com/office/drawing/2014/main" id="{DC655204-C06A-4A55-9BB4-C79C4AF9D6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F83BC876-5C0C-438A-8928-B1EC2E1E4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9B3EEC1-86B7-4DB1-AB38-E2D7493927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EB2CD0B-3D3E-4CF3-92F5-7AE77C22C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01561934-15F2-4620-A65F-28EB73CD7D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B9278E2-D464-4DE2-B229-D3D02ED2B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67AA3CE0-412D-4C03-9203-878479E0A1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85785346-E446-47E2-B3DD-C1C561E68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0F6388E0-BD20-4901-B128-88D3D56A1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34D63E2-AA5A-47CC-A1DE-A664462F0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4987809" cy="1664573"/>
          </a:xfrm>
        </p:spPr>
        <p:txBody>
          <a:bodyPr>
            <a:normAutofit/>
          </a:bodyPr>
          <a:lstStyle/>
          <a:p>
            <a:r>
              <a:rPr lang="en-GB"/>
              <a:t>VR IN HEALTHCARE</a:t>
            </a:r>
          </a:p>
        </p:txBody>
      </p:sp>
      <p:pic>
        <p:nvPicPr>
          <p:cNvPr id="5" name="Picture 6" descr="A picture containing person, outdoor&#10;&#10;Description automatically generated">
            <a:extLst>
              <a:ext uri="{FF2B5EF4-FFF2-40B4-BE49-F238E27FC236}">
                <a16:creationId xmlns:a16="http://schemas.microsoft.com/office/drawing/2014/main" id="{71F7D958-273E-40BB-AB0E-8160EB1000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35" r="11013" b="-2"/>
          <a:stretch/>
        </p:blipFill>
        <p:spPr>
          <a:xfrm>
            <a:off x="6790585" y="998505"/>
            <a:ext cx="5132388" cy="5132388"/>
          </a:xfrm>
          <a:custGeom>
            <a:avLst/>
            <a:gdLst/>
            <a:ahLst/>
            <a:cxnLst/>
            <a:rect l="l" t="t" r="r" b="b"/>
            <a:pathLst>
              <a:path w="5132388" h="5132388">
                <a:moveTo>
                  <a:pt x="2566194" y="0"/>
                </a:moveTo>
                <a:cubicBezTo>
                  <a:pt x="3983464" y="0"/>
                  <a:pt x="5132388" y="1148924"/>
                  <a:pt x="5132388" y="2566194"/>
                </a:cubicBezTo>
                <a:cubicBezTo>
                  <a:pt x="5132388" y="3983464"/>
                  <a:pt x="3983464" y="5132388"/>
                  <a:pt x="2566194" y="5132388"/>
                </a:cubicBezTo>
                <a:cubicBezTo>
                  <a:pt x="1148924" y="5132388"/>
                  <a:pt x="0" y="3983464"/>
                  <a:pt x="0" y="2566194"/>
                </a:cubicBezTo>
                <a:cubicBezTo>
                  <a:pt x="0" y="1148924"/>
                  <a:pt x="1148924" y="0"/>
                  <a:pt x="2566194" y="0"/>
                </a:cubicBezTo>
                <a:close/>
              </a:path>
            </a:pathLst>
          </a:custGeom>
        </p:spPr>
      </p:pic>
      <p:grpSp>
        <p:nvGrpSpPr>
          <p:cNvPr id="159" name="Bottom Right">
            <a:extLst>
              <a:ext uri="{FF2B5EF4-FFF2-40B4-BE49-F238E27FC236}">
                <a16:creationId xmlns:a16="http://schemas.microsoft.com/office/drawing/2014/main" id="{4C476EAB-383B-48F9-B661-B049EB50A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045FFB7-76A2-4C6F-A15F-23BF1597C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142" name="Graphic 157">
              <a:extLst>
                <a:ext uri="{FF2B5EF4-FFF2-40B4-BE49-F238E27FC236}">
                  <a16:creationId xmlns:a16="http://schemas.microsoft.com/office/drawing/2014/main" id="{F4E5EB5B-D417-4B20-9CBE-F3DCCA5F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56643958-DAAD-4611-BCC7-9BDB5917C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263D00C7-B9D3-4681-8C55-F137CBD364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0539B678-9BB9-4639-B9A4-4511639BB4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C14F8CDF-D0D2-43AD-A7AB-0871C24A6E2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25D54C27-D98D-4E8C-87BD-E0ECAB3BAE9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CA10EDED-B646-4197-BF0C-C4A83018BA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0" name="Freeform: Shape 149">
                <a:extLst>
                  <a:ext uri="{FF2B5EF4-FFF2-40B4-BE49-F238E27FC236}">
                    <a16:creationId xmlns:a16="http://schemas.microsoft.com/office/drawing/2014/main" id="{B9B3D029-DC96-4655-89E2-D9387B3D56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F12D98D-E6A5-437D-830E-C5C0E7ACE1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91B5AF-9E3C-4A24-8A2C-6BE97B0D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 smtClean="0">
                <a:cs typeface="Segoe UI Semilight"/>
              </a:rPr>
              <a:pPr>
                <a:spcAft>
                  <a:spcPts val="600"/>
                </a:spcAft>
              </a:pPr>
              <a:t>11</a:t>
            </a:fld>
            <a:endParaRPr lang="en-GB" sz="1800">
              <a:cs typeface="Segoe UI Semilight"/>
            </a:endParaRPr>
          </a:p>
        </p:txBody>
      </p:sp>
      <p:graphicFrame>
        <p:nvGraphicFramePr>
          <p:cNvPr id="121" name="Content Placeholder 2">
            <a:extLst>
              <a:ext uri="{FF2B5EF4-FFF2-40B4-BE49-F238E27FC236}">
                <a16:creationId xmlns:a16="http://schemas.microsoft.com/office/drawing/2014/main" id="{95913D23-341A-4E33-99EE-8B908834B7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351232"/>
              </p:ext>
            </p:extLst>
          </p:nvPr>
        </p:nvGraphicFramePr>
        <p:xfrm>
          <a:off x="1185756" y="2384474"/>
          <a:ext cx="4987488" cy="3728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271879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43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8D4CC73-0CE7-4018-BCA2-2F972AA35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675" y="392799"/>
            <a:ext cx="3988369" cy="1589686"/>
          </a:xfrm>
        </p:spPr>
        <p:txBody>
          <a:bodyPr>
            <a:normAutofit/>
          </a:bodyPr>
          <a:lstStyle/>
          <a:p>
            <a:r>
              <a:rPr lang="en-GB" sz="410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0ACBF-6B9E-4427-A245-AE43D1D1B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0057" y="2318661"/>
            <a:ext cx="3988112" cy="315768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  <a:buFont typeface="Wingdings" panose="020B0504020202020204" pitchFamily="34" charset="0"/>
              <a:buChar char="v"/>
            </a:pPr>
            <a:r>
              <a:rPr lang="en-GB" sz="2400" dirty="0">
                <a:cs typeface="Arial"/>
              </a:rPr>
              <a:t>More precise diagnosis and treatment</a:t>
            </a:r>
            <a:endParaRPr lang="en-US" sz="2400">
              <a:cs typeface="Arial"/>
            </a:endParaRPr>
          </a:p>
          <a:p>
            <a:pPr>
              <a:lnSpc>
                <a:spcPct val="100000"/>
              </a:lnSpc>
              <a:buFont typeface="Wingdings" panose="020B0504020202020204" pitchFamily="34" charset="0"/>
              <a:buChar char="v"/>
            </a:pPr>
            <a:r>
              <a:rPr lang="en-GB" sz="2400" dirty="0">
                <a:cs typeface="Arial"/>
              </a:rPr>
              <a:t>Improved patient care </a:t>
            </a:r>
          </a:p>
          <a:p>
            <a:pPr>
              <a:lnSpc>
                <a:spcPct val="100000"/>
              </a:lnSpc>
              <a:buFont typeface="Wingdings" panose="020B0504020202020204" pitchFamily="34" charset="0"/>
              <a:buChar char="v"/>
            </a:pPr>
            <a:r>
              <a:rPr lang="en-GB" sz="2400" dirty="0">
                <a:cs typeface="Arial"/>
              </a:rPr>
              <a:t>Revolutionized medicine</a:t>
            </a:r>
          </a:p>
          <a:p>
            <a:pPr>
              <a:lnSpc>
                <a:spcPct val="100000"/>
              </a:lnSpc>
              <a:buFont typeface="Wingdings" panose="020B0504020202020204" pitchFamily="34" charset="0"/>
              <a:buChar char="v"/>
            </a:pPr>
            <a:r>
              <a:rPr lang="en-GB" sz="2400" dirty="0">
                <a:cs typeface="Arial"/>
              </a:rPr>
              <a:t>Better understanding about diseases</a:t>
            </a:r>
          </a:p>
          <a:p>
            <a:pPr>
              <a:lnSpc>
                <a:spcPct val="100000"/>
              </a:lnSpc>
              <a:buFont typeface="Wingdings" panose="020B0504020202020204" pitchFamily="34" charset="0"/>
              <a:buChar char="v"/>
            </a:pPr>
            <a:r>
              <a:rPr lang="en-GB" sz="2400" dirty="0">
                <a:cs typeface="Arial"/>
              </a:rPr>
              <a:t>Personalized treatment</a:t>
            </a:r>
          </a:p>
          <a:p>
            <a:pPr>
              <a:lnSpc>
                <a:spcPct val="100000"/>
              </a:lnSpc>
              <a:buFont typeface="Wingdings" panose="020B0504020202020204" pitchFamily="34" charset="0"/>
              <a:buChar char="v"/>
            </a:pPr>
            <a:r>
              <a:rPr lang="en-GB" sz="2400" dirty="0">
                <a:cs typeface="Arial"/>
              </a:rPr>
              <a:t>Time saving</a:t>
            </a:r>
          </a:p>
          <a:p>
            <a:pPr>
              <a:lnSpc>
                <a:spcPct val="100000"/>
              </a:lnSpc>
              <a:buFont typeface="Wingdings" panose="020B0504020202020204" pitchFamily="34" charset="0"/>
              <a:buChar char="v"/>
            </a:pPr>
            <a:r>
              <a:rPr lang="en-GB" sz="2400" dirty="0">
                <a:cs typeface="Arial"/>
              </a:rPr>
              <a:t>Less trauma for body</a:t>
            </a:r>
          </a:p>
          <a:p>
            <a:pPr marL="0" indent="0">
              <a:lnSpc>
                <a:spcPct val="100000"/>
              </a:lnSpc>
              <a:buNone/>
            </a:pPr>
            <a:endParaRPr lang="en-GB" sz="2400" dirty="0">
              <a:cs typeface="Arial"/>
            </a:endParaRPr>
          </a:p>
          <a:p>
            <a:pPr>
              <a:lnSpc>
                <a:spcPct val="100000"/>
              </a:lnSpc>
            </a:pPr>
            <a:endParaRPr lang="en-GB" sz="1800">
              <a:cs typeface="Arial"/>
            </a:endParaRPr>
          </a:p>
          <a:p>
            <a:pPr>
              <a:lnSpc>
                <a:spcPct val="100000"/>
              </a:lnSpc>
            </a:pPr>
            <a:endParaRPr lang="en-GB" sz="1800">
              <a:cs typeface="Arial"/>
            </a:endParaRPr>
          </a:p>
          <a:p>
            <a:pPr>
              <a:lnSpc>
                <a:spcPct val="100000"/>
              </a:lnSpc>
            </a:pPr>
            <a:endParaRPr lang="en-GB" sz="1800">
              <a:cs typeface="Arial"/>
            </a:endParaRPr>
          </a:p>
          <a:p>
            <a:pPr>
              <a:lnSpc>
                <a:spcPct val="100000"/>
              </a:lnSpc>
            </a:pPr>
            <a:endParaRPr lang="en-GB" sz="1800">
              <a:cs typeface="Arial"/>
            </a:endParaRP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4726CEFE-F127-44F0-AAF3-8CF725DD1D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93" r="-1" b="4732"/>
          <a:stretch/>
        </p:blipFill>
        <p:spPr>
          <a:xfrm>
            <a:off x="5863862" y="1497"/>
            <a:ext cx="6387190" cy="6860189"/>
          </a:xfrm>
          <a:prstGeom prst="rect">
            <a:avLst/>
          </a:prstGeom>
        </p:spPr>
      </p:pic>
      <p:grpSp>
        <p:nvGrpSpPr>
          <p:cNvPr id="53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55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029748-CD95-46D0-ABD3-BC2DD4A4C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>
                <a:cs typeface="Segoe UI Semilight"/>
              </a:rPr>
              <a:pPr>
                <a:spcAft>
                  <a:spcPts val="600"/>
                </a:spcAft>
              </a:pPr>
              <a:t>12</a:t>
            </a:fld>
            <a:endParaRPr lang="en-US" sz="1800"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40985769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78" name="Top Left">
            <a:extLst>
              <a:ext uri="{FF2B5EF4-FFF2-40B4-BE49-F238E27FC236}">
                <a16:creationId xmlns:a16="http://schemas.microsoft.com/office/drawing/2014/main" id="{FADD1535-ED83-48B3-8EB1-671A080F0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E70C64DB-421C-4FFD-8EB1-A7D1A5DC1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C04BFFB-0C30-49E1-B4F0-2435312199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68C7354-F4EF-4BC5-BF44-01614E0B9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45981B8-FB15-43E7-B1CE-AE4A5E9B1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75F05D22-2B12-4452-A804-346878D55D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B26EE6B-DF99-4B8A-8859-82A92A598A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8FB053-1663-44BA-8128-0C19BD762A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E5E4F4-4EE0-49E3-98E5-F1E2BB91A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1FDB895-2FB1-4E10-B2B4-B893A917F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360" y="246662"/>
            <a:ext cx="4390807" cy="1664573"/>
          </a:xfrm>
        </p:spPr>
        <p:txBody>
          <a:bodyPr>
            <a:normAutofit/>
          </a:bodyPr>
          <a:lstStyle/>
          <a:p>
            <a:r>
              <a:rPr lang="en-GB"/>
              <a:t>REFERANCE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96542-0DE8-4DBD-838A-AB363AD8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305" y="2019131"/>
            <a:ext cx="5340413" cy="40939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2400" dirty="0">
                <a:cs typeface="Arial"/>
              </a:rPr>
              <a:t>Wikipedia</a:t>
            </a:r>
          </a:p>
          <a:p>
            <a:r>
              <a:rPr lang="en-GB" sz="2400" dirty="0">
                <a:ea typeface="+mn-lt"/>
                <a:cs typeface="+mn-lt"/>
                <a:hlinkClick r:id="rId2"/>
              </a:rPr>
              <a:t>https://industrywired.com</a:t>
            </a:r>
            <a:endParaRPr lang="en-GB" sz="2400" dirty="0">
              <a:ea typeface="+mn-lt"/>
              <a:cs typeface="+mn-lt"/>
            </a:endParaRPr>
          </a:p>
          <a:p>
            <a:r>
              <a:rPr lang="en-GB" sz="2400" dirty="0">
                <a:ea typeface="+mn-lt"/>
                <a:cs typeface="+mn-lt"/>
                <a:hlinkClick r:id="rId3"/>
              </a:rPr>
              <a:t>https://www.biomedcentral.com</a:t>
            </a:r>
            <a:endParaRPr lang="en-GB" sz="2400" dirty="0">
              <a:ea typeface="+mn-lt"/>
              <a:cs typeface="+mn-lt"/>
            </a:endParaRPr>
          </a:p>
          <a:p>
            <a:r>
              <a:rPr lang="en-GB" sz="2400" dirty="0">
                <a:ea typeface="+mn-lt"/>
                <a:cs typeface="+mn-lt"/>
                <a:hlinkClick r:id="rId4"/>
              </a:rPr>
              <a:t>https://theconversation.com/</a:t>
            </a:r>
            <a:endParaRPr lang="en-GB" sz="2400" dirty="0">
              <a:ea typeface="+mn-lt"/>
              <a:cs typeface="+mn-lt"/>
            </a:endParaRPr>
          </a:p>
          <a:p>
            <a:r>
              <a:rPr lang="en-GB" sz="2400" dirty="0">
                <a:ea typeface="+mn-lt"/>
                <a:cs typeface="+mn-lt"/>
                <a:hlinkClick r:id="rId5"/>
              </a:rPr>
              <a:t>https://harvardpublichealthreview.org/</a:t>
            </a:r>
            <a:endParaRPr lang="en-GB" sz="2400" dirty="0">
              <a:ea typeface="+mn-lt"/>
              <a:cs typeface="+mn-lt"/>
            </a:endParaRPr>
          </a:p>
          <a:p>
            <a:endParaRPr lang="en-GB" sz="2400">
              <a:cs typeface="Arial"/>
            </a:endParaRPr>
          </a:p>
        </p:txBody>
      </p:sp>
      <p:pic>
        <p:nvPicPr>
          <p:cNvPr id="5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6D57E4E6-DE19-4C64-B93A-B9D73171C9C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931" r="24932"/>
          <a:stretch/>
        </p:blipFill>
        <p:spPr>
          <a:xfrm>
            <a:off x="5996628" y="10"/>
            <a:ext cx="6195372" cy="6857990"/>
          </a:xfrm>
          <a:prstGeom prst="rect">
            <a:avLst/>
          </a:prstGeom>
        </p:spPr>
      </p:pic>
      <p:grpSp>
        <p:nvGrpSpPr>
          <p:cNvPr id="88" name="Bottom Right">
            <a:extLst>
              <a:ext uri="{FF2B5EF4-FFF2-40B4-BE49-F238E27FC236}">
                <a16:creationId xmlns:a16="http://schemas.microsoft.com/office/drawing/2014/main" id="{01081332-6CA1-49C2-A979-7709509AD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89" name="Graphic 157">
              <a:extLst>
                <a:ext uri="{FF2B5EF4-FFF2-40B4-BE49-F238E27FC236}">
                  <a16:creationId xmlns:a16="http://schemas.microsoft.com/office/drawing/2014/main" id="{826B0664-73BC-4FCB-A447-57F7F67647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23242A3E-DBD8-44D5-930F-DA776CA0698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F331C242-2FF0-40D4-BF95-4A27680F26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B500FE3B-EB2C-4A5D-ABA7-35137B2BA5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6E1EA3BF-3A9F-4CD0-9640-6FF67F44301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17F4411F-5B81-451C-A006-8754E1618A9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4E4D64BD-20E2-44CF-AEB4-A87A43376B7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0B309630-6603-4319-BAB8-93102ABEB38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F540FCD4-859A-4602-9CBC-C697E3877A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CD90D8-F505-4ABE-B4CB-4366AF31A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186908" y="6356350"/>
            <a:ext cx="1166892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>
                <a:solidFill>
                  <a:srgbClr val="FF0000"/>
                </a:solidFill>
                <a:cs typeface="Segoe UI Semilight"/>
              </a:rPr>
              <a:pPr>
                <a:spcAft>
                  <a:spcPts val="600"/>
                </a:spcAft>
              </a:pPr>
              <a:t>13</a:t>
            </a:fld>
            <a:endParaRPr lang="en-GB" sz="1800" dirty="0">
              <a:solidFill>
                <a:srgbClr val="FF0000"/>
              </a:solidFill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3244478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7" name="Rectangle 116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1A49FA92-3B6B-4B9D-B4B9-1F45F4CA35A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2386" r="-1" b="12610"/>
          <a:stretch/>
        </p:blipFill>
        <p:spPr>
          <a:xfrm>
            <a:off x="20" y="10"/>
            <a:ext cx="12188932" cy="6856614"/>
          </a:xfrm>
          <a:prstGeom prst="rect">
            <a:avLst/>
          </a:prstGeom>
        </p:spPr>
      </p:pic>
      <p:sp>
        <p:nvSpPr>
          <p:cNvPr id="121" name="Rectangle 120">
            <a:extLst>
              <a:ext uri="{FF2B5EF4-FFF2-40B4-BE49-F238E27FC236}">
                <a16:creationId xmlns:a16="http://schemas.microsoft.com/office/drawing/2014/main" id="{8D2A0DB3-EF43-4032-9B27-954E12CCB6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307" y="3124200"/>
            <a:ext cx="12188952" cy="3732362"/>
          </a:xfrm>
          <a:prstGeom prst="rect">
            <a:avLst/>
          </a:prstGeom>
          <a:gradFill>
            <a:gsLst>
              <a:gs pos="100000">
                <a:schemeClr val="tx1">
                  <a:alpha val="0"/>
                </a:schemeClr>
              </a:gs>
              <a:gs pos="0">
                <a:schemeClr val="tx1"/>
              </a:gs>
              <a:gs pos="0">
                <a:schemeClr val="tx1"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C81EF076-D890-4FAB-A66C-2515DC0E8D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8708" y="5181306"/>
            <a:ext cx="9781327" cy="947784"/>
          </a:xfrm>
        </p:spPr>
        <p:txBody>
          <a:bodyPr anchor="t">
            <a:normAutofit/>
          </a:bodyPr>
          <a:lstStyle/>
          <a:p>
            <a:r>
              <a:rPr lang="en-GB" sz="2200" dirty="0">
                <a:solidFill>
                  <a:srgbClr val="FFFFFF"/>
                </a:solidFill>
                <a:cs typeface="Arial"/>
              </a:rPr>
              <a:t>Any Queries?</a:t>
            </a:r>
          </a:p>
        </p:txBody>
      </p:sp>
      <p:grpSp>
        <p:nvGrpSpPr>
          <p:cNvPr id="123" name="Top Left">
            <a:extLst>
              <a:ext uri="{FF2B5EF4-FFF2-40B4-BE49-F238E27FC236}">
                <a16:creationId xmlns:a16="http://schemas.microsoft.com/office/drawing/2014/main" id="{18579DB9-24B0-487B-81E3-8D02AD5F8C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7180CB2C-161F-4538-9214-24AF97B01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EE25AFBE-8731-4348-B66F-FD7E38F76A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5F6C27D8-4E47-470F-B6B5-407CE7D1D7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66348964-B561-445E-A6A4-730FBA428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C5D1A3FD-B031-4670-8F09-29E8E38D45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80BD3287-1860-4987-8CA5-8728EDBB6B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E1FEEEA6-82B5-4005-A3D5-FC2A152FDD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bg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88" name="Bottom Right">
            <a:extLst>
              <a:ext uri="{FF2B5EF4-FFF2-40B4-BE49-F238E27FC236}">
                <a16:creationId xmlns:a16="http://schemas.microsoft.com/office/drawing/2014/main" id="{8F281804-17FE-49B9-9065-1A44CD473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grpSp>
          <p:nvGrpSpPr>
            <p:cNvPr id="189" name="Graphic 157">
              <a:extLst>
                <a:ext uri="{FF2B5EF4-FFF2-40B4-BE49-F238E27FC236}">
                  <a16:creationId xmlns:a16="http://schemas.microsoft.com/office/drawing/2014/main" id="{737BB70B-7AAF-4229-8400-5AFF12A236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9B992201-AA48-4BE7-ADC2-908B16934F4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840E3649-4ED2-4501-AF92-DEC3DFF5C8D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68B38FD5-4195-4693-8AB7-D01C58D21E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F0635352-3FD2-43A8-832C-705F1CB9173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BEAF61E-74F7-41BA-9576-39B1961501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AB31D9B5-1401-4F40-BEE6-D4929199543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8EDD38F5-BC63-401D-8C72-8D41A360A9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bg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05CE5B18-7300-438F-80EB-4F4E431C8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77538A-66A8-448B-987C-58CC2321F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6000" y="6356350"/>
            <a:ext cx="1447800" cy="365125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fld id="{73B850FF-6169-4056-8077-06FFA93A5366}" type="slidenum">
              <a:rPr lang="en-US" sz="1800" dirty="0">
                <a:solidFill>
                  <a:srgbClr val="FF0000"/>
                </a:solidFill>
                <a:cs typeface="Segoe UI Semilight"/>
              </a:rPr>
              <a:pPr>
                <a:spcAft>
                  <a:spcPts val="600"/>
                </a:spcAft>
              </a:pPr>
              <a:t>14</a:t>
            </a:fld>
            <a:endParaRPr lang="en-GB" sz="1800" dirty="0">
              <a:solidFill>
                <a:srgbClr val="FF0000"/>
              </a:solidFill>
              <a:cs typeface="Segoe UI Semilight"/>
            </a:endParaRPr>
          </a:p>
        </p:txBody>
      </p:sp>
    </p:spTree>
    <p:extLst>
      <p:ext uri="{BB962C8B-B14F-4D97-AF65-F5344CB8AC3E}">
        <p14:creationId xmlns:p14="http://schemas.microsoft.com/office/powerpoint/2010/main" val="816002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Sagona Boo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ExploreVTI</vt:lpstr>
      <vt:lpstr>PROFESSIONAL COMMUNICATION</vt:lpstr>
      <vt:lpstr>PowerPoint Presentation</vt:lpstr>
      <vt:lpstr>TELEMEDICINE</vt:lpstr>
      <vt:lpstr>ELECTRONIC MEDICAL RECORDS(EMR)</vt:lpstr>
      <vt:lpstr>MEDICAL  INFORMATICS</vt:lpstr>
      <vt:lpstr>MEDICAL IMAGING</vt:lpstr>
      <vt:lpstr>COMPUTER ASSISTED SURGERY</vt:lpstr>
      <vt:lpstr>AI IN CANCER TREATMENT</vt:lpstr>
      <vt:lpstr>AI IN DEPERSSION TREATMENT</vt:lpstr>
      <vt:lpstr>AI  FOR  DISABLED </vt:lpstr>
      <vt:lpstr>VR IN HEALTHCARE</vt:lpstr>
      <vt:lpstr>CONCLUSION</vt:lpstr>
      <vt:lpstr>REFERANCE 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/>
  <cp:revision>188</cp:revision>
  <dcterms:created xsi:type="dcterms:W3CDTF">2021-05-28T10:48:32Z</dcterms:created>
  <dcterms:modified xsi:type="dcterms:W3CDTF">2021-05-28T11:44:10Z</dcterms:modified>
</cp:coreProperties>
</file>